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548640" cy="4572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2F2F2"/>
                </a:solidFill>
                <a:latin typeface="Calibri"/>
              </a:defRPr>
            </a:pPr>
            <a:r>
              <a:t>Modernization conversation,</a:t>
            </a:r>
            <a:br/>
            <a:r>
              <a:t>not compliance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96F4A"/>
                </a:solidFill>
                <a:latin typeface="Calibri"/>
              </a:defRPr>
            </a:pPr>
            <a:r>
              <a:t>Growdirect × RapidPOS — proposed managed-services partnership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6454F"/>
                </a:solidFill>
                <a:latin typeface="Calibri"/>
              </a:defRPr>
            </a:pPr>
            <a:r>
              <a:t>What we both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t>To put any customer's data in any cloud, with any partner,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t>the system has to be able to pass an ISO 27001 audit.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That is the table-stakes for the conversation we both want to have.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If you didn't already know that, now you do.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You need an auditor. You need to be compliant.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Everything else flows from that.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6454F"/>
                </a:solidFill>
                <a:latin typeface="Calibri"/>
              </a:defRPr>
            </a:pPr>
            <a:r>
              <a:t>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2F2F2"/>
                </a:solidFill>
                <a:latin typeface="Calibri"/>
              </a:defRPr>
            </a:pPr>
            <a:r>
              <a:t>Bring your customers onto modern infrastructure on a managed-services basis.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96F4A"/>
                </a:solidFill>
                <a:latin typeface="Calibri"/>
              </a:defRPr>
            </a:pPr>
            <a:r>
              <a:t>You support your existing customers. We do the heavy lift. Year 3-5 you exit clean.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6454F"/>
                </a:solidFill>
                <a:latin typeface="Calibri"/>
              </a:defRPr>
            </a:pPr>
            <a:r>
              <a:t>What we propose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1.  Your customers stay your customers.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2.  The eager customers move first. The rest move when ready.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3.  The laggards stay where they are, supported by your team.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4.  Your team transitions from break-fix to growth work.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5.  We do the audit and the modernization. You do what you do best.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Twenty-four-month transition. Year 3-5 founder exit per your timeline.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6454F"/>
                </a:solidFill>
                <a:latin typeface="Calibri"/>
              </a:defRPr>
            </a:pPr>
            <a:r>
              <a:t>External narrative — see 07-managed-services-glide-path.md for detail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6454F"/>
                </a:solidFill>
                <a:latin typeface="Calibri"/>
              </a:defRPr>
            </a:pPr>
            <a:r>
              <a:t>What we bring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The retail platform itself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Canary.GO retail spine — 30 years of tier-1 retail discipline (GSLM lineage)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Patent-protected ILDWAC five-dimension cost model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Multi-front-end interchangeability (Counterpoint, DriftPOS, Square, Toast, Clover)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Native multi-jurisdiction tax + compliance — no Avalara bolt-on needed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The audit and modernization workload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ISO 27001 audit + remediation, end-to-end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GCP architecture + migration, all 18 workloads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Agentic ops fabric (A1-A5) that absorbs your support queue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A clean exit path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24-month transition with retention package for senior team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 Customer continuity throughout the period you remain involved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6454F"/>
                </a:solidFill>
                <a:latin typeface="Calibri"/>
              </a:defRPr>
            </a:pPr>
            <a:r>
              <a:t>See 09-day1-agentic-ops-plan.md for the agent deployment specifics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6454F"/>
                </a:solidFill>
                <a:latin typeface="Calibri"/>
              </a:defRPr>
            </a:pPr>
            <a:r>
              <a:t>Your team — repointed, not displaced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Today (estimate):    35% break-fix    25% customizations    15% onboarding    25% other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Month 6:           25% break-fix    20% customizations    25% onboarding    30% other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Month 18:          10% break-fix    15% customizations    55% onboarding    20% other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Month 36:           5% break-fix    10% customizations    70% onboarding    15% other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Same headcount. ~10× onboarding throughput by Year 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6454F"/>
                </a:solidFill>
                <a:latin typeface="Calibri"/>
              </a:defRPr>
            </a:pPr>
            <a:r>
              <a:t>Detail: 10-burndown-flywheel.md and cost-model/reference/08-bart-team-labor-trajectory.md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6454F"/>
                </a:solidFill>
                <a:latin typeface="Calibri"/>
              </a:defRPr>
            </a:pPr>
            <a:r>
              <a:t>Burn-down → repeatability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PHASE A  (months 0-6)  — BURN DOWN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Drain support queue · capture wikis · seed onboarding playbooks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Result: queue depth ↓, knowledge depth ↑, team capacity freed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PHASE B  (months 6-18)  — COHORT ROLLOUT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Eager customers migrate · DriftPOS GA at month 12 · ISO 27001 cert at month 18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Result: migrations templated, growth velocity unlocked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PHASE C  (months 18-36)  — SCALE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Steady cohort migrated · new-logo wins at multiples of historical pace · anchor pipeline live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Result: same headcount, multi-fold throughput, founder exit on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6454F"/>
                </a:solidFill>
                <a:latin typeface="Calibri"/>
              </a:defRPr>
            </a:pPr>
            <a:r>
              <a:t>Detail: 10-burndown-flywheel.md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6454F"/>
                </a:solidFill>
                <a:latin typeface="Calibri"/>
              </a:defRPr>
            </a:pPr>
            <a:r>
              <a:t>We compete with Clover, Toast, Square. Different game.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Clover, Toast, Square: payments-first POS. Their back-office is shallow.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Canary.GO: retail-operations-first. Built on tier-1 retail discipline.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Three differentiators: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 1.  Better retail capability   — CRDM, ILDWAC, Hawk, Owl, vertical depth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 2.  Front-end interchangeability   — your customers don't rip out hardware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 3.  Native compliance moat   — federal + 50-state direct-API, no Avalara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6454F"/>
                </a:solidFill>
                <a:latin typeface="Calibri"/>
              </a:defRPr>
            </a:pPr>
            <a:r>
              <a:t>The retail spine is the moat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6454F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Month 0   Acquisition close. Day-1 deployment.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Month 3   First 8 of 15 critical-mass ISO 27001 controls remediated.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Month 6   All critical-mass controls passable. Sandbox DriftPOS deployment.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Month 9   ISO 27001 Stage 1 audit clean. First eager-cohort customer in production.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Month 12  DriftPOS GA. Stage 2 observation begins. Eager-cohort wave 1 complete.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Month 18  ISO 27001 certified. Eager cohort migrated. SOC 2 Type II observation begins.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Month 24  Steady cohort migrating in volume. New-logo wins landing.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Month 30  SOC 2 Type II certified. Anchor account pipeline activated.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Month 36  Anchor account in pre-pilot or pilot. Year 3-5 founder transition pacing.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6454F"/>
                </a:solidFill>
                <a:latin typeface="Calibri"/>
              </a:defRPr>
            </a:pPr>
            <a:r>
              <a:t>See post-close-roadmap.md for milestone-by-milestone detail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6454F"/>
                </a:solidFill>
                <a:latin typeface="Calibri"/>
              </a:defRPr>
            </a:pPr>
            <a:r>
              <a:t>The deal shape (substance, not specifics)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Three parts: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1.  Purchase price for RapidPOS LLC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Multiple consistent with current-state economics, adjusted for the modernization work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we'll absorb on your behalf. Modernization premium accrues to whoever does the work.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2.  Earnout structure tied to customer-retention milestones over 24 months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Aligns interests during the transition period. Reflects the value of customer continuity.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3.  Retention pool for senior engineers and key staff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Keeps your team motivated and engaged through the transition. Aligns with Y3-5 exit pacing.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Specific numbers are part of the conversation. Driven by what you actually need (clean exit) and what we actually need (continuity).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6454F"/>
                </a:solidFill>
                <a:latin typeface="Calibri"/>
              </a:defRPr>
            </a:pPr>
            <a:r>
              <a:t>Without the standard, no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Without certifiable security posture: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 •  No DriftPOS rollout for your customer base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 •  No serious cloud-customer-data conversation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 •  No Global-50 retailer pipeline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 •  No fair multiple from any acquirer who's done their homework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ISO 27001 is the gate. We didn't invent it. The world ran ahead.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If our pricing for closing this gap isn't competitive vs.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 standing up an internal program,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 hiring a specialty consultancy,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 or selling to a buyer who'll do this on their own clock —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then that math is yours to do. We'd recommend you do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6454F"/>
                </a:solidFill>
                <a:latin typeface="Calibri"/>
              </a:defRPr>
            </a:pPr>
            <a:r>
              <a:t>What we propose as next conversations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Three working sessions, roughly two weeks apart: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Session 1   Your customer book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        We frame eager / steady / laggard. You walk us through your sense of yours.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        We agree on what migration sequence would look like.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Session 2   Your team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        Introduce your senior engineers. Walk through agentic ops fabric.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        Get a read on their interest and concerns.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Session 3   Decision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        You've checked our math against alternatives.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        We're ready with a specific structured proposal.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          You decide whether to proceed.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We don't push past your 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6454F"/>
                </a:solidFill>
                <a:latin typeface="Calibri"/>
              </a:defRPr>
            </a:pPr>
            <a:r>
              <a:t>If at any point this stops being the right shape, we walk and you keep your options open.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