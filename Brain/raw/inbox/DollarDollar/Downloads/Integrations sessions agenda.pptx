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ags/tag1.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59" r:id="rId4"/>
    <p:sldMasterId id="2147484004" r:id="rId5"/>
  </p:sldMasterIdLst>
  <p:notesMasterIdLst>
    <p:notesMasterId r:id="rId7"/>
  </p:notesMasterIdLst>
  <p:sldIdLst>
    <p:sldId id="214747150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2"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1B7619-8F52-EDF4-78A8-97FE67A4D925}" name="Gopalan, Arun" initials="GA" userId="S::agopalan@deloitte.com::7fe7c092-27bf-41a3-b37e-f97c153aa36d" providerId="AD"/>
  <p188:author id="{DA565232-BCDE-E3C1-2C38-A09A69D1785A}" name="Kannan, Bala" initials="KB" userId="S::bkannan@deloitte.com::290ff318-9cdd-4bb4-be09-3e094176111a" providerId="AD"/>
  <p188:author id="{0B19AC32-CB29-CAE2-EF41-1FD7F1E2D89C}" name="Srinivasan, Shankaran" initials="SS" userId="S::shsrinivasan@deloitte.com::0941a90f-ef28-4c8a-9127-c1af9b5efe8c" providerId="AD"/>
  <p188:author id="{C7ECB3A7-604A-C96A-29FE-A23DC3099577}" name="Zaidi, Hasan" initials="ZH" userId="S::hazaidi@deloitte.com::ef35c43a-c6b7-4983-91af-e5db0e3d74e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3B02A"/>
    <a:srgbClr val="046A38"/>
    <a:srgbClr val="0076A8"/>
    <a:srgbClr val="7F7F7F"/>
    <a:srgbClr val="86BC25"/>
    <a:srgbClr val="E8F6CF"/>
    <a:srgbClr val="F2F2F2"/>
    <a:srgbClr val="FFCD00"/>
    <a:srgbClr val="818181"/>
    <a:srgbClr val="EE31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743325-AD9F-C146-9D42-477B5FFCF44E}" v="3" dt="2023-04-05T16:47:52.3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4" d="100"/>
          <a:sy n="104" d="100"/>
        </p:scale>
        <p:origin x="1440" y="568"/>
      </p:cViewPr>
      <p:guideLst>
        <p:guide orient="horz" pos="2112"/>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di, Hasan" userId="ef35c43a-c6b7-4983-91af-e5db0e3d74e6" providerId="ADAL" clId="{FD743325-AD9F-C146-9D42-477B5FFCF44E}"/>
    <pc:docChg chg="undo custSel addSld delSld modSld addSection delSection modSection">
      <pc:chgData name="Zaidi, Hasan" userId="ef35c43a-c6b7-4983-91af-e5db0e3d74e6" providerId="ADAL" clId="{FD743325-AD9F-C146-9D42-477B5FFCF44E}" dt="2023-04-05T16:50:20.489" v="335" actId="20577"/>
      <pc:docMkLst>
        <pc:docMk/>
      </pc:docMkLst>
      <pc:sldChg chg="del">
        <pc:chgData name="Zaidi, Hasan" userId="ef35c43a-c6b7-4983-91af-e5db0e3d74e6" providerId="ADAL" clId="{FD743325-AD9F-C146-9D42-477B5FFCF44E}" dt="2023-04-05T16:46:52.548" v="48" actId="2696"/>
        <pc:sldMkLst>
          <pc:docMk/>
          <pc:sldMk cId="1859482431" sldId="898"/>
        </pc:sldMkLst>
      </pc:sldChg>
      <pc:sldChg chg="del">
        <pc:chgData name="Zaidi, Hasan" userId="ef35c43a-c6b7-4983-91af-e5db0e3d74e6" providerId="ADAL" clId="{FD743325-AD9F-C146-9D42-477B5FFCF44E}" dt="2023-04-05T16:46:52.946" v="54" actId="2696"/>
        <pc:sldMkLst>
          <pc:docMk/>
          <pc:sldMk cId="2991979942" sldId="995"/>
        </pc:sldMkLst>
      </pc:sldChg>
      <pc:sldChg chg="del">
        <pc:chgData name="Zaidi, Hasan" userId="ef35c43a-c6b7-4983-91af-e5db0e3d74e6" providerId="ADAL" clId="{FD743325-AD9F-C146-9D42-477B5FFCF44E}" dt="2023-04-05T16:46:52.776" v="52" actId="2696"/>
        <pc:sldMkLst>
          <pc:docMk/>
          <pc:sldMk cId="3459699025" sldId="1015"/>
        </pc:sldMkLst>
      </pc:sldChg>
      <pc:sldChg chg="del">
        <pc:chgData name="Zaidi, Hasan" userId="ef35c43a-c6b7-4983-91af-e5db0e3d74e6" providerId="ADAL" clId="{FD743325-AD9F-C146-9D42-477B5FFCF44E}" dt="2023-04-05T16:46:53.107" v="56" actId="2696"/>
        <pc:sldMkLst>
          <pc:docMk/>
          <pc:sldMk cId="1806919560" sldId="1016"/>
        </pc:sldMkLst>
      </pc:sldChg>
      <pc:sldChg chg="del">
        <pc:chgData name="Zaidi, Hasan" userId="ef35c43a-c6b7-4983-91af-e5db0e3d74e6" providerId="ADAL" clId="{FD743325-AD9F-C146-9D42-477B5FFCF44E}" dt="2023-04-05T16:46:53.024" v="55" actId="2696"/>
        <pc:sldMkLst>
          <pc:docMk/>
          <pc:sldMk cId="4214277758" sldId="1017"/>
        </pc:sldMkLst>
      </pc:sldChg>
      <pc:sldChg chg="del">
        <pc:chgData name="Zaidi, Hasan" userId="ef35c43a-c6b7-4983-91af-e5db0e3d74e6" providerId="ADAL" clId="{FD743325-AD9F-C146-9D42-477B5FFCF44E}" dt="2023-04-05T16:46:53.208" v="58" actId="2696"/>
        <pc:sldMkLst>
          <pc:docMk/>
          <pc:sldMk cId="1632516988" sldId="5353"/>
        </pc:sldMkLst>
      </pc:sldChg>
      <pc:sldChg chg="del">
        <pc:chgData name="Zaidi, Hasan" userId="ef35c43a-c6b7-4983-91af-e5db0e3d74e6" providerId="ADAL" clId="{FD743325-AD9F-C146-9D42-477B5FFCF44E}" dt="2023-04-05T16:46:23.515" v="0" actId="2696"/>
        <pc:sldMkLst>
          <pc:docMk/>
          <pc:sldMk cId="1049556169" sldId="2132162377"/>
        </pc:sldMkLst>
      </pc:sldChg>
      <pc:sldChg chg="del">
        <pc:chgData name="Zaidi, Hasan" userId="ef35c43a-c6b7-4983-91af-e5db0e3d74e6" providerId="ADAL" clId="{FD743325-AD9F-C146-9D42-477B5FFCF44E}" dt="2023-04-05T16:46:54.287" v="73" actId="2696"/>
        <pc:sldMkLst>
          <pc:docMk/>
          <pc:sldMk cId="862067993" sldId="2146846197"/>
        </pc:sldMkLst>
      </pc:sldChg>
      <pc:sldChg chg="del">
        <pc:chgData name="Zaidi, Hasan" userId="ef35c43a-c6b7-4983-91af-e5db0e3d74e6" providerId="ADAL" clId="{FD743325-AD9F-C146-9D42-477B5FFCF44E}" dt="2023-04-05T16:46:52.371" v="46" actId="2696"/>
        <pc:sldMkLst>
          <pc:docMk/>
          <pc:sldMk cId="986042551" sldId="2147468725"/>
        </pc:sldMkLst>
      </pc:sldChg>
      <pc:sldChg chg="del">
        <pc:chgData name="Zaidi, Hasan" userId="ef35c43a-c6b7-4983-91af-e5db0e3d74e6" providerId="ADAL" clId="{FD743325-AD9F-C146-9D42-477B5FFCF44E}" dt="2023-04-05T16:46:52.629" v="50" actId="2696"/>
        <pc:sldMkLst>
          <pc:docMk/>
          <pc:sldMk cId="3696468566" sldId="2147470297"/>
        </pc:sldMkLst>
      </pc:sldChg>
      <pc:sldChg chg="del">
        <pc:chgData name="Zaidi, Hasan" userId="ef35c43a-c6b7-4983-91af-e5db0e3d74e6" providerId="ADAL" clId="{FD743325-AD9F-C146-9D42-477B5FFCF44E}" dt="2023-04-05T16:46:44.721" v="19" actId="2696"/>
        <pc:sldMkLst>
          <pc:docMk/>
          <pc:sldMk cId="667026977" sldId="2147470559"/>
        </pc:sldMkLst>
      </pc:sldChg>
      <pc:sldChg chg="del">
        <pc:chgData name="Zaidi, Hasan" userId="ef35c43a-c6b7-4983-91af-e5db0e3d74e6" providerId="ADAL" clId="{FD743325-AD9F-C146-9D42-477B5FFCF44E}" dt="2023-04-05T16:46:44.521" v="18" actId="2696"/>
        <pc:sldMkLst>
          <pc:docMk/>
          <pc:sldMk cId="2881380111" sldId="2147470605"/>
        </pc:sldMkLst>
      </pc:sldChg>
      <pc:sldChg chg="modSp del mod">
        <pc:chgData name="Zaidi, Hasan" userId="ef35c43a-c6b7-4983-91af-e5db0e3d74e6" providerId="ADAL" clId="{FD743325-AD9F-C146-9D42-477B5FFCF44E}" dt="2023-04-05T16:46:50.077" v="31" actId="2696"/>
        <pc:sldMkLst>
          <pc:docMk/>
          <pc:sldMk cId="3116692331" sldId="2147471203"/>
        </pc:sldMkLst>
        <pc:spChg chg="mod">
          <ac:chgData name="Zaidi, Hasan" userId="ef35c43a-c6b7-4983-91af-e5db0e3d74e6" providerId="ADAL" clId="{FD743325-AD9F-C146-9D42-477B5FFCF44E}" dt="2023-04-05T16:46:39.697" v="10" actId="20577"/>
          <ac:spMkLst>
            <pc:docMk/>
            <pc:sldMk cId="3116692331" sldId="2147471203"/>
            <ac:spMk id="3" creationId="{B7AB1D63-47CA-4125-851A-E93614AA8E4E}"/>
          </ac:spMkLst>
        </pc:spChg>
      </pc:sldChg>
      <pc:sldChg chg="del">
        <pc:chgData name="Zaidi, Hasan" userId="ef35c43a-c6b7-4983-91af-e5db0e3d74e6" providerId="ADAL" clId="{FD743325-AD9F-C146-9D42-477B5FFCF44E}" dt="2023-04-05T16:46:54.227" v="72" actId="2696"/>
        <pc:sldMkLst>
          <pc:docMk/>
          <pc:sldMk cId="1562450943" sldId="2147471221"/>
        </pc:sldMkLst>
      </pc:sldChg>
      <pc:sldChg chg="del">
        <pc:chgData name="Zaidi, Hasan" userId="ef35c43a-c6b7-4983-91af-e5db0e3d74e6" providerId="ADAL" clId="{FD743325-AD9F-C146-9D42-477B5FFCF44E}" dt="2023-04-05T16:46:54.789" v="82" actId="2696"/>
        <pc:sldMkLst>
          <pc:docMk/>
          <pc:sldMk cId="3725669136" sldId="2147471232"/>
        </pc:sldMkLst>
      </pc:sldChg>
      <pc:sldChg chg="del">
        <pc:chgData name="Zaidi, Hasan" userId="ef35c43a-c6b7-4983-91af-e5db0e3d74e6" providerId="ADAL" clId="{FD743325-AD9F-C146-9D42-477B5FFCF44E}" dt="2023-04-05T16:46:52.185" v="44" actId="2696"/>
        <pc:sldMkLst>
          <pc:docMk/>
          <pc:sldMk cId="232648031" sldId="2147471238"/>
        </pc:sldMkLst>
      </pc:sldChg>
      <pc:sldChg chg="del">
        <pc:chgData name="Zaidi, Hasan" userId="ef35c43a-c6b7-4983-91af-e5db0e3d74e6" providerId="ADAL" clId="{FD743325-AD9F-C146-9D42-477B5FFCF44E}" dt="2023-04-05T16:46:51.027" v="36" actId="2696"/>
        <pc:sldMkLst>
          <pc:docMk/>
          <pc:sldMk cId="2822159661" sldId="2147471243"/>
        </pc:sldMkLst>
      </pc:sldChg>
      <pc:sldChg chg="del">
        <pc:chgData name="Zaidi, Hasan" userId="ef35c43a-c6b7-4983-91af-e5db0e3d74e6" providerId="ADAL" clId="{FD743325-AD9F-C146-9D42-477B5FFCF44E}" dt="2023-04-05T16:46:50.853" v="35" actId="2696"/>
        <pc:sldMkLst>
          <pc:docMk/>
          <pc:sldMk cId="2035487827" sldId="2147471244"/>
        </pc:sldMkLst>
      </pc:sldChg>
      <pc:sldChg chg="del">
        <pc:chgData name="Zaidi, Hasan" userId="ef35c43a-c6b7-4983-91af-e5db0e3d74e6" providerId="ADAL" clId="{FD743325-AD9F-C146-9D42-477B5FFCF44E}" dt="2023-04-05T16:46:53.515" v="63" actId="2696"/>
        <pc:sldMkLst>
          <pc:docMk/>
          <pc:sldMk cId="2818739260" sldId="2147471246"/>
        </pc:sldMkLst>
      </pc:sldChg>
      <pc:sldChg chg="del">
        <pc:chgData name="Zaidi, Hasan" userId="ef35c43a-c6b7-4983-91af-e5db0e3d74e6" providerId="ADAL" clId="{FD743325-AD9F-C146-9D42-477B5FFCF44E}" dt="2023-04-05T16:46:51.196" v="37" actId="2696"/>
        <pc:sldMkLst>
          <pc:docMk/>
          <pc:sldMk cId="4104741864" sldId="2147471247"/>
        </pc:sldMkLst>
      </pc:sldChg>
      <pc:sldChg chg="del">
        <pc:chgData name="Zaidi, Hasan" userId="ef35c43a-c6b7-4983-91af-e5db0e3d74e6" providerId="ADAL" clId="{FD743325-AD9F-C146-9D42-477B5FFCF44E}" dt="2023-04-05T16:46:51.694" v="38" actId="2696"/>
        <pc:sldMkLst>
          <pc:docMk/>
          <pc:sldMk cId="3126598262" sldId="2147471248"/>
        </pc:sldMkLst>
      </pc:sldChg>
      <pc:sldChg chg="del">
        <pc:chgData name="Zaidi, Hasan" userId="ef35c43a-c6b7-4983-91af-e5db0e3d74e6" providerId="ADAL" clId="{FD743325-AD9F-C146-9D42-477B5FFCF44E}" dt="2023-04-05T16:46:53.348" v="61" actId="2696"/>
        <pc:sldMkLst>
          <pc:docMk/>
          <pc:sldMk cId="3473222006" sldId="2147471250"/>
        </pc:sldMkLst>
      </pc:sldChg>
      <pc:sldChg chg="del">
        <pc:chgData name="Zaidi, Hasan" userId="ef35c43a-c6b7-4983-91af-e5db0e3d74e6" providerId="ADAL" clId="{FD743325-AD9F-C146-9D42-477B5FFCF44E}" dt="2023-04-05T16:46:54.126" v="71" actId="2696"/>
        <pc:sldMkLst>
          <pc:docMk/>
          <pc:sldMk cId="2739078129" sldId="2147471253"/>
        </pc:sldMkLst>
      </pc:sldChg>
      <pc:sldChg chg="del">
        <pc:chgData name="Zaidi, Hasan" userId="ef35c43a-c6b7-4983-91af-e5db0e3d74e6" providerId="ADAL" clId="{FD743325-AD9F-C146-9D42-477B5FFCF44E}" dt="2023-04-05T16:46:53.765" v="67" actId="2696"/>
        <pc:sldMkLst>
          <pc:docMk/>
          <pc:sldMk cId="3658594791" sldId="2147471254"/>
        </pc:sldMkLst>
      </pc:sldChg>
      <pc:sldChg chg="del">
        <pc:chgData name="Zaidi, Hasan" userId="ef35c43a-c6b7-4983-91af-e5db0e3d74e6" providerId="ADAL" clId="{FD743325-AD9F-C146-9D42-477B5FFCF44E}" dt="2023-04-05T16:46:53.854" v="68" actId="2696"/>
        <pc:sldMkLst>
          <pc:docMk/>
          <pc:sldMk cId="3627325760" sldId="2147471255"/>
        </pc:sldMkLst>
      </pc:sldChg>
      <pc:sldChg chg="del">
        <pc:chgData name="Zaidi, Hasan" userId="ef35c43a-c6b7-4983-91af-e5db0e3d74e6" providerId="ADAL" clId="{FD743325-AD9F-C146-9D42-477B5FFCF44E}" dt="2023-04-05T16:46:53.933" v="69" actId="2696"/>
        <pc:sldMkLst>
          <pc:docMk/>
          <pc:sldMk cId="2435405068" sldId="2147471256"/>
        </pc:sldMkLst>
      </pc:sldChg>
      <pc:sldChg chg="del">
        <pc:chgData name="Zaidi, Hasan" userId="ef35c43a-c6b7-4983-91af-e5db0e3d74e6" providerId="ADAL" clId="{FD743325-AD9F-C146-9D42-477B5FFCF44E}" dt="2023-04-05T16:46:52.854" v="53" actId="2696"/>
        <pc:sldMkLst>
          <pc:docMk/>
          <pc:sldMk cId="1438577593" sldId="2147471258"/>
        </pc:sldMkLst>
      </pc:sldChg>
      <pc:sldChg chg="del">
        <pc:chgData name="Zaidi, Hasan" userId="ef35c43a-c6b7-4983-91af-e5db0e3d74e6" providerId="ADAL" clId="{FD743325-AD9F-C146-9D42-477B5FFCF44E}" dt="2023-04-05T16:46:53.274" v="60" actId="2696"/>
        <pc:sldMkLst>
          <pc:docMk/>
          <pc:sldMk cId="174137354" sldId="2147471259"/>
        </pc:sldMkLst>
      </pc:sldChg>
      <pc:sldChg chg="del">
        <pc:chgData name="Zaidi, Hasan" userId="ef35c43a-c6b7-4983-91af-e5db0e3d74e6" providerId="ADAL" clId="{FD743325-AD9F-C146-9D42-477B5FFCF44E}" dt="2023-04-05T16:46:53.599" v="65" actId="2696"/>
        <pc:sldMkLst>
          <pc:docMk/>
          <pc:sldMk cId="2644332679" sldId="2147471263"/>
        </pc:sldMkLst>
      </pc:sldChg>
      <pc:sldChg chg="del">
        <pc:chgData name="Zaidi, Hasan" userId="ef35c43a-c6b7-4983-91af-e5db0e3d74e6" providerId="ADAL" clId="{FD743325-AD9F-C146-9D42-477B5FFCF44E}" dt="2023-04-05T16:46:53.430" v="62" actId="2696"/>
        <pc:sldMkLst>
          <pc:docMk/>
          <pc:sldMk cId="1506520191" sldId="2147471264"/>
        </pc:sldMkLst>
      </pc:sldChg>
      <pc:sldChg chg="del">
        <pc:chgData name="Zaidi, Hasan" userId="ef35c43a-c6b7-4983-91af-e5db0e3d74e6" providerId="ADAL" clId="{FD743325-AD9F-C146-9D42-477B5FFCF44E}" dt="2023-04-05T16:46:53.686" v="66" actId="2696"/>
        <pc:sldMkLst>
          <pc:docMk/>
          <pc:sldMk cId="4026188350" sldId="2147471265"/>
        </pc:sldMkLst>
      </pc:sldChg>
      <pc:sldChg chg="del">
        <pc:chgData name="Zaidi, Hasan" userId="ef35c43a-c6b7-4983-91af-e5db0e3d74e6" providerId="ADAL" clId="{FD743325-AD9F-C146-9D42-477B5FFCF44E}" dt="2023-04-05T16:46:54.020" v="70" actId="2696"/>
        <pc:sldMkLst>
          <pc:docMk/>
          <pc:sldMk cId="2119903569" sldId="2147471267"/>
        </pc:sldMkLst>
      </pc:sldChg>
      <pc:sldChg chg="del">
        <pc:chgData name="Zaidi, Hasan" userId="ef35c43a-c6b7-4983-91af-e5db0e3d74e6" providerId="ADAL" clId="{FD743325-AD9F-C146-9D42-477B5FFCF44E}" dt="2023-04-05T16:46:54.442" v="77" actId="2696"/>
        <pc:sldMkLst>
          <pc:docMk/>
          <pc:sldMk cId="750226099" sldId="2147471268"/>
        </pc:sldMkLst>
      </pc:sldChg>
      <pc:sldChg chg="del">
        <pc:chgData name="Zaidi, Hasan" userId="ef35c43a-c6b7-4983-91af-e5db0e3d74e6" providerId="ADAL" clId="{FD743325-AD9F-C146-9D42-477B5FFCF44E}" dt="2023-04-05T16:46:52.458" v="47" actId="2696"/>
        <pc:sldMkLst>
          <pc:docMk/>
          <pc:sldMk cId="3636577520" sldId="2147471269"/>
        </pc:sldMkLst>
      </pc:sldChg>
      <pc:sldChg chg="del">
        <pc:chgData name="Zaidi, Hasan" userId="ef35c43a-c6b7-4983-91af-e5db0e3d74e6" providerId="ADAL" clId="{FD743325-AD9F-C146-9D42-477B5FFCF44E}" dt="2023-04-05T16:46:31.075" v="7" actId="2696"/>
        <pc:sldMkLst>
          <pc:docMk/>
          <pc:sldMk cId="4151545802" sldId="2147471271"/>
        </pc:sldMkLst>
      </pc:sldChg>
      <pc:sldChg chg="del">
        <pc:chgData name="Zaidi, Hasan" userId="ef35c43a-c6b7-4983-91af-e5db0e3d74e6" providerId="ADAL" clId="{FD743325-AD9F-C146-9D42-477B5FFCF44E}" dt="2023-04-05T16:46:32.613" v="8" actId="2696"/>
        <pc:sldMkLst>
          <pc:docMk/>
          <pc:sldMk cId="851052212" sldId="2147471272"/>
        </pc:sldMkLst>
      </pc:sldChg>
      <pc:sldChg chg="del">
        <pc:chgData name="Zaidi, Hasan" userId="ef35c43a-c6b7-4983-91af-e5db0e3d74e6" providerId="ADAL" clId="{FD743325-AD9F-C146-9D42-477B5FFCF44E}" dt="2023-04-05T16:46:54.357" v="75" actId="2696"/>
        <pc:sldMkLst>
          <pc:docMk/>
          <pc:sldMk cId="2771798102" sldId="2147471274"/>
        </pc:sldMkLst>
      </pc:sldChg>
      <pc:sldChg chg="del">
        <pc:chgData name="Zaidi, Hasan" userId="ef35c43a-c6b7-4983-91af-e5db0e3d74e6" providerId="ADAL" clId="{FD743325-AD9F-C146-9D42-477B5FFCF44E}" dt="2023-04-05T16:46:51.771" v="39" actId="2696"/>
        <pc:sldMkLst>
          <pc:docMk/>
          <pc:sldMk cId="3382041026" sldId="2147471275"/>
        </pc:sldMkLst>
      </pc:sldChg>
      <pc:sldChg chg="del">
        <pc:chgData name="Zaidi, Hasan" userId="ef35c43a-c6b7-4983-91af-e5db0e3d74e6" providerId="ADAL" clId="{FD743325-AD9F-C146-9D42-477B5FFCF44E}" dt="2023-04-05T16:46:54.530" v="79" actId="2696"/>
        <pc:sldMkLst>
          <pc:docMk/>
          <pc:sldMk cId="1380025311" sldId="2147471276"/>
        </pc:sldMkLst>
      </pc:sldChg>
      <pc:sldChg chg="del">
        <pc:chgData name="Zaidi, Hasan" userId="ef35c43a-c6b7-4983-91af-e5db0e3d74e6" providerId="ADAL" clId="{FD743325-AD9F-C146-9D42-477B5FFCF44E}" dt="2023-04-05T16:46:54.702" v="81" actId="2696"/>
        <pc:sldMkLst>
          <pc:docMk/>
          <pc:sldMk cId="1312217207" sldId="2147471277"/>
        </pc:sldMkLst>
      </pc:sldChg>
      <pc:sldChg chg="del">
        <pc:chgData name="Zaidi, Hasan" userId="ef35c43a-c6b7-4983-91af-e5db0e3d74e6" providerId="ADAL" clId="{FD743325-AD9F-C146-9D42-477B5FFCF44E}" dt="2023-04-05T16:46:54.612" v="80" actId="2696"/>
        <pc:sldMkLst>
          <pc:docMk/>
          <pc:sldMk cId="1763498351" sldId="2147471282"/>
        </pc:sldMkLst>
      </pc:sldChg>
      <pc:sldChg chg="del">
        <pc:chgData name="Zaidi, Hasan" userId="ef35c43a-c6b7-4983-91af-e5db0e3d74e6" providerId="ADAL" clId="{FD743325-AD9F-C146-9D42-477B5FFCF44E}" dt="2023-04-05T16:46:32.937" v="9" actId="2696"/>
        <pc:sldMkLst>
          <pc:docMk/>
          <pc:sldMk cId="1717287209" sldId="2147471283"/>
        </pc:sldMkLst>
      </pc:sldChg>
      <pc:sldChg chg="del">
        <pc:chgData name="Zaidi, Hasan" userId="ef35c43a-c6b7-4983-91af-e5db0e3d74e6" providerId="ADAL" clId="{FD743325-AD9F-C146-9D42-477B5FFCF44E}" dt="2023-04-05T16:46:43.467" v="12" actId="2696"/>
        <pc:sldMkLst>
          <pc:docMk/>
          <pc:sldMk cId="3635226073" sldId="2147471290"/>
        </pc:sldMkLst>
      </pc:sldChg>
      <pc:sldChg chg="del">
        <pc:chgData name="Zaidi, Hasan" userId="ef35c43a-c6b7-4983-91af-e5db0e3d74e6" providerId="ADAL" clId="{FD743325-AD9F-C146-9D42-477B5FFCF44E}" dt="2023-04-05T16:46:47.908" v="22" actId="2696"/>
        <pc:sldMkLst>
          <pc:docMk/>
          <pc:sldMk cId="757324874" sldId="2147471291"/>
        </pc:sldMkLst>
      </pc:sldChg>
      <pc:sldChg chg="del">
        <pc:chgData name="Zaidi, Hasan" userId="ef35c43a-c6b7-4983-91af-e5db0e3d74e6" providerId="ADAL" clId="{FD743325-AD9F-C146-9D42-477B5FFCF44E}" dt="2023-04-05T16:46:54.958" v="84" actId="2696"/>
        <pc:sldMkLst>
          <pc:docMk/>
          <pc:sldMk cId="3452422358" sldId="2147471293"/>
        </pc:sldMkLst>
      </pc:sldChg>
      <pc:sldChg chg="del">
        <pc:chgData name="Zaidi, Hasan" userId="ef35c43a-c6b7-4983-91af-e5db0e3d74e6" providerId="ADAL" clId="{FD743325-AD9F-C146-9D42-477B5FFCF44E}" dt="2023-04-05T16:46:54.862" v="83" actId="2696"/>
        <pc:sldMkLst>
          <pc:docMk/>
          <pc:sldMk cId="2537543991" sldId="2147471295"/>
        </pc:sldMkLst>
      </pc:sldChg>
      <pc:sldChg chg="del">
        <pc:chgData name="Zaidi, Hasan" userId="ef35c43a-c6b7-4983-91af-e5db0e3d74e6" providerId="ADAL" clId="{FD743325-AD9F-C146-9D42-477B5FFCF44E}" dt="2023-04-05T16:46:52.285" v="45" actId="2696"/>
        <pc:sldMkLst>
          <pc:docMk/>
          <pc:sldMk cId="874896248" sldId="2147471296"/>
        </pc:sldMkLst>
      </pc:sldChg>
      <pc:sldChg chg="del">
        <pc:chgData name="Zaidi, Hasan" userId="ef35c43a-c6b7-4983-91af-e5db0e3d74e6" providerId="ADAL" clId="{FD743325-AD9F-C146-9D42-477B5FFCF44E}" dt="2023-04-05T16:46:44.148" v="16" actId="2696"/>
        <pc:sldMkLst>
          <pc:docMk/>
          <pc:sldMk cId="157619745" sldId="2147471297"/>
        </pc:sldMkLst>
      </pc:sldChg>
      <pc:sldChg chg="del">
        <pc:chgData name="Zaidi, Hasan" userId="ef35c43a-c6b7-4983-91af-e5db0e3d74e6" providerId="ADAL" clId="{FD743325-AD9F-C146-9D42-477B5FFCF44E}" dt="2023-04-05T16:46:44.899" v="20" actId="2696"/>
        <pc:sldMkLst>
          <pc:docMk/>
          <pc:sldMk cId="2323323842" sldId="2147471299"/>
        </pc:sldMkLst>
      </pc:sldChg>
      <pc:sldChg chg="del">
        <pc:chgData name="Zaidi, Hasan" userId="ef35c43a-c6b7-4983-91af-e5db0e3d74e6" providerId="ADAL" clId="{FD743325-AD9F-C146-9D42-477B5FFCF44E}" dt="2023-04-05T16:46:52.686" v="51" actId="2696"/>
        <pc:sldMkLst>
          <pc:docMk/>
          <pc:sldMk cId="3457070030" sldId="2147471301"/>
        </pc:sldMkLst>
      </pc:sldChg>
      <pc:sldChg chg="del">
        <pc:chgData name="Zaidi, Hasan" userId="ef35c43a-c6b7-4983-91af-e5db0e3d74e6" providerId="ADAL" clId="{FD743325-AD9F-C146-9D42-477B5FFCF44E}" dt="2023-04-05T16:46:48.463" v="25" actId="2696"/>
        <pc:sldMkLst>
          <pc:docMk/>
          <pc:sldMk cId="3805342776" sldId="2147471302"/>
        </pc:sldMkLst>
      </pc:sldChg>
      <pc:sldChg chg="del">
        <pc:chgData name="Zaidi, Hasan" userId="ef35c43a-c6b7-4983-91af-e5db0e3d74e6" providerId="ADAL" clId="{FD743325-AD9F-C146-9D42-477B5FFCF44E}" dt="2023-04-05T16:46:44.344" v="17" actId="2696"/>
        <pc:sldMkLst>
          <pc:docMk/>
          <pc:sldMk cId="3714546899" sldId="2147471303"/>
        </pc:sldMkLst>
      </pc:sldChg>
      <pc:sldChg chg="del">
        <pc:chgData name="Zaidi, Hasan" userId="ef35c43a-c6b7-4983-91af-e5db0e3d74e6" providerId="ADAL" clId="{FD743325-AD9F-C146-9D42-477B5FFCF44E}" dt="2023-04-05T16:46:51.850" v="40" actId="2696"/>
        <pc:sldMkLst>
          <pc:docMk/>
          <pc:sldMk cId="3355626613" sldId="2147471304"/>
        </pc:sldMkLst>
      </pc:sldChg>
      <pc:sldChg chg="del">
        <pc:chgData name="Zaidi, Hasan" userId="ef35c43a-c6b7-4983-91af-e5db0e3d74e6" providerId="ADAL" clId="{FD743325-AD9F-C146-9D42-477B5FFCF44E}" dt="2023-04-05T16:46:52.017" v="42" actId="2696"/>
        <pc:sldMkLst>
          <pc:docMk/>
          <pc:sldMk cId="3257627792" sldId="2147471305"/>
        </pc:sldMkLst>
      </pc:sldChg>
      <pc:sldChg chg="del">
        <pc:chgData name="Zaidi, Hasan" userId="ef35c43a-c6b7-4983-91af-e5db0e3d74e6" providerId="ADAL" clId="{FD743325-AD9F-C146-9D42-477B5FFCF44E}" dt="2023-04-05T16:46:52.101" v="43" actId="2696"/>
        <pc:sldMkLst>
          <pc:docMk/>
          <pc:sldMk cId="1436664795" sldId="2147471306"/>
        </pc:sldMkLst>
      </pc:sldChg>
      <pc:sldChg chg="del">
        <pc:chgData name="Zaidi, Hasan" userId="ef35c43a-c6b7-4983-91af-e5db0e3d74e6" providerId="ADAL" clId="{FD743325-AD9F-C146-9D42-477B5FFCF44E}" dt="2023-04-05T16:46:51.936" v="41" actId="2696"/>
        <pc:sldMkLst>
          <pc:docMk/>
          <pc:sldMk cId="224572494" sldId="2147471307"/>
        </pc:sldMkLst>
      </pc:sldChg>
      <pc:sldChg chg="del">
        <pc:chgData name="Zaidi, Hasan" userId="ef35c43a-c6b7-4983-91af-e5db0e3d74e6" providerId="ADAL" clId="{FD743325-AD9F-C146-9D42-477B5FFCF44E}" dt="2023-04-05T16:46:48.268" v="24" actId="2696"/>
        <pc:sldMkLst>
          <pc:docMk/>
          <pc:sldMk cId="4000591407" sldId="2147471309"/>
        </pc:sldMkLst>
      </pc:sldChg>
      <pc:sldChg chg="del">
        <pc:chgData name="Zaidi, Hasan" userId="ef35c43a-c6b7-4983-91af-e5db0e3d74e6" providerId="ADAL" clId="{FD743325-AD9F-C146-9D42-477B5FFCF44E}" dt="2023-04-05T16:46:49.979" v="29" actId="2696"/>
        <pc:sldMkLst>
          <pc:docMk/>
          <pc:sldMk cId="3931654171" sldId="2147471491"/>
        </pc:sldMkLst>
      </pc:sldChg>
      <pc:sldChg chg="del">
        <pc:chgData name="Zaidi, Hasan" userId="ef35c43a-c6b7-4983-91af-e5db0e3d74e6" providerId="ADAL" clId="{FD743325-AD9F-C146-9D42-477B5FFCF44E}" dt="2023-04-05T16:46:43.667" v="13" actId="2696"/>
        <pc:sldMkLst>
          <pc:docMk/>
          <pc:sldMk cId="1637466170" sldId="2147471492"/>
        </pc:sldMkLst>
      </pc:sldChg>
      <pc:sldChg chg="del">
        <pc:chgData name="Zaidi, Hasan" userId="ef35c43a-c6b7-4983-91af-e5db0e3d74e6" providerId="ADAL" clId="{FD743325-AD9F-C146-9D42-477B5FFCF44E}" dt="2023-04-05T16:46:43.792" v="14" actId="2696"/>
        <pc:sldMkLst>
          <pc:docMk/>
          <pc:sldMk cId="3763406013" sldId="2147471493"/>
        </pc:sldMkLst>
      </pc:sldChg>
      <pc:sldChg chg="del">
        <pc:chgData name="Zaidi, Hasan" userId="ef35c43a-c6b7-4983-91af-e5db0e3d74e6" providerId="ADAL" clId="{FD743325-AD9F-C146-9D42-477B5FFCF44E}" dt="2023-04-05T16:46:55.269" v="85" actId="2696"/>
        <pc:sldMkLst>
          <pc:docMk/>
          <pc:sldMk cId="982700788" sldId="2147471495"/>
        </pc:sldMkLst>
      </pc:sldChg>
      <pc:sldChg chg="del">
        <pc:chgData name="Zaidi, Hasan" userId="ef35c43a-c6b7-4983-91af-e5db0e3d74e6" providerId="ADAL" clId="{FD743325-AD9F-C146-9D42-477B5FFCF44E}" dt="2023-04-05T16:46:47.733" v="21" actId="2696"/>
        <pc:sldMkLst>
          <pc:docMk/>
          <pc:sldMk cId="2636242702" sldId="2147471498"/>
        </pc:sldMkLst>
      </pc:sldChg>
      <pc:sldChg chg="del">
        <pc:chgData name="Zaidi, Hasan" userId="ef35c43a-c6b7-4983-91af-e5db0e3d74e6" providerId="ADAL" clId="{FD743325-AD9F-C146-9D42-477B5FFCF44E}" dt="2023-04-05T16:46:48.106" v="23" actId="2696"/>
        <pc:sldMkLst>
          <pc:docMk/>
          <pc:sldMk cId="3423941783" sldId="2147471500"/>
        </pc:sldMkLst>
      </pc:sldChg>
      <pc:sldChg chg="addSp delSp modSp add del mod">
        <pc:chgData name="Zaidi, Hasan" userId="ef35c43a-c6b7-4983-91af-e5db0e3d74e6" providerId="ADAL" clId="{FD743325-AD9F-C146-9D42-477B5FFCF44E}" dt="2023-04-05T16:50:20.489" v="335" actId="20577"/>
        <pc:sldMkLst>
          <pc:docMk/>
          <pc:sldMk cId="2177280290" sldId="2147471502"/>
        </pc:sldMkLst>
        <pc:spChg chg="mod">
          <ac:chgData name="Zaidi, Hasan" userId="ef35c43a-c6b7-4983-91af-e5db0e3d74e6" providerId="ADAL" clId="{FD743325-AD9F-C146-9D42-477B5FFCF44E}" dt="2023-04-05T16:49:14.263" v="187" actId="20577"/>
          <ac:spMkLst>
            <pc:docMk/>
            <pc:sldMk cId="2177280290" sldId="2147471502"/>
            <ac:spMk id="2" creationId="{FA248B19-CD34-49BD-5A74-E4D1FE7AA6CC}"/>
          </ac:spMkLst>
        </pc:spChg>
        <pc:spChg chg="del mod">
          <ac:chgData name="Zaidi, Hasan" userId="ef35c43a-c6b7-4983-91af-e5db0e3d74e6" providerId="ADAL" clId="{FD743325-AD9F-C146-9D42-477B5FFCF44E}" dt="2023-04-05T16:48:59.629" v="162" actId="478"/>
          <ac:spMkLst>
            <pc:docMk/>
            <pc:sldMk cId="2177280290" sldId="2147471502"/>
            <ac:spMk id="3" creationId="{A4EBF944-FD74-D036-3926-7AF6446B4AE2}"/>
          </ac:spMkLst>
        </pc:spChg>
        <pc:spChg chg="del">
          <ac:chgData name="Zaidi, Hasan" userId="ef35c43a-c6b7-4983-91af-e5db0e3d74e6" providerId="ADAL" clId="{FD743325-AD9F-C146-9D42-477B5FFCF44E}" dt="2023-04-05T16:47:45.355" v="98" actId="478"/>
          <ac:spMkLst>
            <pc:docMk/>
            <pc:sldMk cId="2177280290" sldId="2147471502"/>
            <ac:spMk id="4" creationId="{3CBBA689-B631-38E7-26EB-B5128BAF4C9E}"/>
          </ac:spMkLst>
        </pc:spChg>
        <pc:spChg chg="add del mod">
          <ac:chgData name="Zaidi, Hasan" userId="ef35c43a-c6b7-4983-91af-e5db0e3d74e6" providerId="ADAL" clId="{FD743325-AD9F-C146-9D42-477B5FFCF44E}" dt="2023-04-05T16:49:02.804" v="163" actId="478"/>
          <ac:spMkLst>
            <pc:docMk/>
            <pc:sldMk cId="2177280290" sldId="2147471502"/>
            <ac:spMk id="6" creationId="{A4734466-708F-02C0-805C-490FD6B0229B}"/>
          </ac:spMkLst>
        </pc:spChg>
        <pc:spChg chg="mod">
          <ac:chgData name="Zaidi, Hasan" userId="ef35c43a-c6b7-4983-91af-e5db0e3d74e6" providerId="ADAL" clId="{FD743325-AD9F-C146-9D42-477B5FFCF44E}" dt="2023-04-05T16:50:20.489" v="335" actId="20577"/>
          <ac:spMkLst>
            <pc:docMk/>
            <pc:sldMk cId="2177280290" sldId="2147471502"/>
            <ac:spMk id="7" creationId="{F1BA02BF-EE6C-A86B-B70A-05ADE133B82A}"/>
          </ac:spMkLst>
        </pc:spChg>
        <pc:spChg chg="del">
          <ac:chgData name="Zaidi, Hasan" userId="ef35c43a-c6b7-4983-91af-e5db0e3d74e6" providerId="ADAL" clId="{FD743325-AD9F-C146-9D42-477B5FFCF44E}" dt="2023-04-05T16:47:49.496" v="99" actId="478"/>
          <ac:spMkLst>
            <pc:docMk/>
            <pc:sldMk cId="2177280290" sldId="2147471502"/>
            <ac:spMk id="69" creationId="{CF3FEDEE-2F7A-F873-A15E-52E31B1CFF6F}"/>
          </ac:spMkLst>
        </pc:spChg>
        <pc:spChg chg="del">
          <ac:chgData name="Zaidi, Hasan" userId="ef35c43a-c6b7-4983-91af-e5db0e3d74e6" providerId="ADAL" clId="{FD743325-AD9F-C146-9D42-477B5FFCF44E}" dt="2023-04-05T16:47:45.355" v="98" actId="478"/>
          <ac:spMkLst>
            <pc:docMk/>
            <pc:sldMk cId="2177280290" sldId="2147471502"/>
            <ac:spMk id="91" creationId="{0C11AE1F-4948-83D7-B6FF-8594B7FD9888}"/>
          </ac:spMkLst>
        </pc:spChg>
        <pc:spChg chg="del">
          <ac:chgData name="Zaidi, Hasan" userId="ef35c43a-c6b7-4983-91af-e5db0e3d74e6" providerId="ADAL" clId="{FD743325-AD9F-C146-9D42-477B5FFCF44E}" dt="2023-04-05T16:47:52.350" v="100" actId="478"/>
          <ac:spMkLst>
            <pc:docMk/>
            <pc:sldMk cId="2177280290" sldId="2147471502"/>
            <ac:spMk id="92" creationId="{EF6B9839-9995-9D11-5FA6-D8621A7E1DE5}"/>
          </ac:spMkLst>
        </pc:spChg>
        <pc:grpChg chg="del">
          <ac:chgData name="Zaidi, Hasan" userId="ef35c43a-c6b7-4983-91af-e5db0e3d74e6" providerId="ADAL" clId="{FD743325-AD9F-C146-9D42-477B5FFCF44E}" dt="2023-04-05T16:47:45.355" v="98" actId="478"/>
          <ac:grpSpMkLst>
            <pc:docMk/>
            <pc:sldMk cId="2177280290" sldId="2147471502"/>
            <ac:grpSpMk id="68" creationId="{A6300A76-DD1E-E14E-1182-ED074ACAED98}"/>
          </ac:grpSpMkLst>
        </pc:grpChg>
        <pc:grpChg chg="del">
          <ac:chgData name="Zaidi, Hasan" userId="ef35c43a-c6b7-4983-91af-e5db0e3d74e6" providerId="ADAL" clId="{FD743325-AD9F-C146-9D42-477B5FFCF44E}" dt="2023-04-05T16:47:49.496" v="99" actId="478"/>
          <ac:grpSpMkLst>
            <pc:docMk/>
            <pc:sldMk cId="2177280290" sldId="2147471502"/>
            <ac:grpSpMk id="70" creationId="{9D61CCCB-8D95-A037-50E8-A4B666EACBC2}"/>
          </ac:grpSpMkLst>
        </pc:grpChg>
        <pc:grpChg chg="del">
          <ac:chgData name="Zaidi, Hasan" userId="ef35c43a-c6b7-4983-91af-e5db0e3d74e6" providerId="ADAL" clId="{FD743325-AD9F-C146-9D42-477B5FFCF44E}" dt="2023-04-05T16:47:49.496" v="99" actId="478"/>
          <ac:grpSpMkLst>
            <pc:docMk/>
            <pc:sldMk cId="2177280290" sldId="2147471502"/>
            <ac:grpSpMk id="78" creationId="{7B0060DE-1A32-A7FD-D3D8-973B8DE3DDFA}"/>
          </ac:grpSpMkLst>
        </pc:grpChg>
        <pc:grpChg chg="del">
          <ac:chgData name="Zaidi, Hasan" userId="ef35c43a-c6b7-4983-91af-e5db0e3d74e6" providerId="ADAL" clId="{FD743325-AD9F-C146-9D42-477B5FFCF44E}" dt="2023-04-05T16:47:52.350" v="100" actId="478"/>
          <ac:grpSpMkLst>
            <pc:docMk/>
            <pc:sldMk cId="2177280290" sldId="2147471502"/>
            <ac:grpSpMk id="83" creationId="{9A92C9B3-0E8F-01ED-6BB2-AFD1A45F8687}"/>
          </ac:grpSpMkLst>
        </pc:grpChg>
        <pc:grpChg chg="del">
          <ac:chgData name="Zaidi, Hasan" userId="ef35c43a-c6b7-4983-91af-e5db0e3d74e6" providerId="ADAL" clId="{FD743325-AD9F-C146-9D42-477B5FFCF44E}" dt="2023-04-05T16:47:52.350" v="100" actId="478"/>
          <ac:grpSpMkLst>
            <pc:docMk/>
            <pc:sldMk cId="2177280290" sldId="2147471502"/>
            <ac:grpSpMk id="86" creationId="{D4888C42-CAD6-A731-F5F5-412CFFAE207F}"/>
          </ac:grpSpMkLst>
        </pc:grpChg>
        <pc:picChg chg="del">
          <ac:chgData name="Zaidi, Hasan" userId="ef35c43a-c6b7-4983-91af-e5db0e3d74e6" providerId="ADAL" clId="{FD743325-AD9F-C146-9D42-477B5FFCF44E}" dt="2023-04-05T16:47:52.350" v="100" actId="478"/>
          <ac:picMkLst>
            <pc:docMk/>
            <pc:sldMk cId="2177280290" sldId="2147471502"/>
            <ac:picMk id="93" creationId="{62DE32A3-18E3-71C7-AB78-CBA19107A9AB}"/>
          </ac:picMkLst>
        </pc:picChg>
      </pc:sldChg>
      <pc:sldChg chg="del">
        <pc:chgData name="Zaidi, Hasan" userId="ef35c43a-c6b7-4983-91af-e5db0e3d74e6" providerId="ADAL" clId="{FD743325-AD9F-C146-9D42-477B5FFCF44E}" dt="2023-04-05T16:46:44.003" v="15" actId="2696"/>
        <pc:sldMkLst>
          <pc:docMk/>
          <pc:sldMk cId="4176445681" sldId="2147471503"/>
        </pc:sldMkLst>
      </pc:sldChg>
      <pc:sldChg chg="del">
        <pc:chgData name="Zaidi, Hasan" userId="ef35c43a-c6b7-4983-91af-e5db0e3d74e6" providerId="ADAL" clId="{FD743325-AD9F-C146-9D42-477B5FFCF44E}" dt="2023-04-05T16:46:55.543" v="86" actId="2696"/>
        <pc:sldMkLst>
          <pc:docMk/>
          <pc:sldMk cId="3228344167" sldId="2147471505"/>
        </pc:sldMkLst>
      </pc:sldChg>
      <pc:sldChg chg="del">
        <pc:chgData name="Zaidi, Hasan" userId="ef35c43a-c6b7-4983-91af-e5db0e3d74e6" providerId="ADAL" clId="{FD743325-AD9F-C146-9D42-477B5FFCF44E}" dt="2023-04-05T16:46:43.283" v="11" actId="2696"/>
        <pc:sldMkLst>
          <pc:docMk/>
          <pc:sldMk cId="434195188" sldId="2147471506"/>
        </pc:sldMkLst>
      </pc:sldChg>
      <pc:sldChg chg="del">
        <pc:chgData name="Zaidi, Hasan" userId="ef35c43a-c6b7-4983-91af-e5db0e3d74e6" providerId="ADAL" clId="{FD743325-AD9F-C146-9D42-477B5FFCF44E}" dt="2023-04-05T16:46:50.663" v="34" actId="2696"/>
        <pc:sldMkLst>
          <pc:docMk/>
          <pc:sldMk cId="3408895800" sldId="2147471507"/>
        </pc:sldMkLst>
      </pc:sldChg>
      <pc:sldChg chg="del">
        <pc:chgData name="Zaidi, Hasan" userId="ef35c43a-c6b7-4983-91af-e5db0e3d74e6" providerId="ADAL" clId="{FD743325-AD9F-C146-9D42-477B5FFCF44E}" dt="2023-04-05T16:46:50.474" v="33" actId="2696"/>
        <pc:sldMkLst>
          <pc:docMk/>
          <pc:sldMk cId="953445258" sldId="2147471508"/>
        </pc:sldMkLst>
      </pc:sldChg>
      <pc:sldChg chg="del">
        <pc:chgData name="Zaidi, Hasan" userId="ef35c43a-c6b7-4983-91af-e5db0e3d74e6" providerId="ADAL" clId="{FD743325-AD9F-C146-9D42-477B5FFCF44E}" dt="2023-04-05T16:46:23.675" v="1" actId="2696"/>
        <pc:sldMkLst>
          <pc:docMk/>
          <pc:sldMk cId="1105915483" sldId="2147471509"/>
        </pc:sldMkLst>
      </pc:sldChg>
      <pc:sldChg chg="del">
        <pc:chgData name="Zaidi, Hasan" userId="ef35c43a-c6b7-4983-91af-e5db0e3d74e6" providerId="ADAL" clId="{FD743325-AD9F-C146-9D42-477B5FFCF44E}" dt="2023-04-05T16:46:26.503" v="3" actId="2696"/>
        <pc:sldMkLst>
          <pc:docMk/>
          <pc:sldMk cId="585543868" sldId="2147471510"/>
        </pc:sldMkLst>
      </pc:sldChg>
      <pc:sldChg chg="del">
        <pc:chgData name="Zaidi, Hasan" userId="ef35c43a-c6b7-4983-91af-e5db0e3d74e6" providerId="ADAL" clId="{FD743325-AD9F-C146-9D42-477B5FFCF44E}" dt="2023-04-05T16:46:26.706" v="4" actId="2696"/>
        <pc:sldMkLst>
          <pc:docMk/>
          <pc:sldMk cId="1898932152" sldId="2147471513"/>
        </pc:sldMkLst>
      </pc:sldChg>
      <pc:sldChg chg="del">
        <pc:chgData name="Zaidi, Hasan" userId="ef35c43a-c6b7-4983-91af-e5db0e3d74e6" providerId="ADAL" clId="{FD743325-AD9F-C146-9D42-477B5FFCF44E}" dt="2023-04-05T16:46:49.949" v="28" actId="2696"/>
        <pc:sldMkLst>
          <pc:docMk/>
          <pc:sldMk cId="2160829243" sldId="2147471514"/>
        </pc:sldMkLst>
      </pc:sldChg>
      <pc:sldChg chg="del">
        <pc:chgData name="Zaidi, Hasan" userId="ef35c43a-c6b7-4983-91af-e5db0e3d74e6" providerId="ADAL" clId="{FD743325-AD9F-C146-9D42-477B5FFCF44E}" dt="2023-04-05T16:46:49.506" v="27" actId="2696"/>
        <pc:sldMkLst>
          <pc:docMk/>
          <pc:sldMk cId="2212630170" sldId="2147471515"/>
        </pc:sldMkLst>
      </pc:sldChg>
      <pc:sldChg chg="del">
        <pc:chgData name="Zaidi, Hasan" userId="ef35c43a-c6b7-4983-91af-e5db0e3d74e6" providerId="ADAL" clId="{FD743325-AD9F-C146-9D42-477B5FFCF44E}" dt="2023-04-05T16:46:29.196" v="6" actId="2696"/>
        <pc:sldMkLst>
          <pc:docMk/>
          <pc:sldMk cId="3501138347" sldId="2147471516"/>
        </pc:sldMkLst>
      </pc:sldChg>
      <pc:sldChg chg="del">
        <pc:chgData name="Zaidi, Hasan" userId="ef35c43a-c6b7-4983-91af-e5db0e3d74e6" providerId="ADAL" clId="{FD743325-AD9F-C146-9D42-477B5FFCF44E}" dt="2023-04-05T16:46:27.470" v="5" actId="2696"/>
        <pc:sldMkLst>
          <pc:docMk/>
          <pc:sldMk cId="1039951715" sldId="2147471517"/>
        </pc:sldMkLst>
      </pc:sldChg>
      <pc:sldChg chg="del">
        <pc:chgData name="Zaidi, Hasan" userId="ef35c43a-c6b7-4983-91af-e5db0e3d74e6" providerId="ADAL" clId="{FD743325-AD9F-C146-9D42-477B5FFCF44E}" dt="2023-04-05T16:46:50.260" v="32" actId="2696"/>
        <pc:sldMkLst>
          <pc:docMk/>
          <pc:sldMk cId="2725585668" sldId="2147471518"/>
        </pc:sldMkLst>
      </pc:sldChg>
      <pc:sldChg chg="del">
        <pc:chgData name="Zaidi, Hasan" userId="ef35c43a-c6b7-4983-91af-e5db0e3d74e6" providerId="ADAL" clId="{FD743325-AD9F-C146-9D42-477B5FFCF44E}" dt="2023-04-05T16:46:26.168" v="2" actId="2696"/>
        <pc:sldMkLst>
          <pc:docMk/>
          <pc:sldMk cId="1550230816" sldId="2147471519"/>
        </pc:sldMkLst>
      </pc:sldChg>
      <pc:sldChg chg="del">
        <pc:chgData name="Zaidi, Hasan" userId="ef35c43a-c6b7-4983-91af-e5db0e3d74e6" providerId="ADAL" clId="{FD743325-AD9F-C146-9D42-477B5FFCF44E}" dt="2023-04-05T16:46:48.681" v="26" actId="2696"/>
        <pc:sldMkLst>
          <pc:docMk/>
          <pc:sldMk cId="3680875158" sldId="2147471520"/>
        </pc:sldMkLst>
      </pc:sldChg>
      <pc:sldMasterChg chg="addSldLayout delSldLayout">
        <pc:chgData name="Zaidi, Hasan" userId="ef35c43a-c6b7-4983-91af-e5db0e3d74e6" providerId="ADAL" clId="{FD743325-AD9F-C146-9D42-477B5FFCF44E}" dt="2023-04-05T16:47:03.344" v="92" actId="2696"/>
        <pc:sldMasterMkLst>
          <pc:docMk/>
          <pc:sldMasterMk cId="1107337222" sldId="2147483959"/>
        </pc:sldMasterMkLst>
        <pc:sldLayoutChg chg="del">
          <pc:chgData name="Zaidi, Hasan" userId="ef35c43a-c6b7-4983-91af-e5db0e3d74e6" providerId="ADAL" clId="{FD743325-AD9F-C146-9D42-477B5FFCF44E}" dt="2023-04-05T16:46:53.516" v="64" actId="2696"/>
          <pc:sldLayoutMkLst>
            <pc:docMk/>
            <pc:sldMasterMk cId="1107337222" sldId="2147483959"/>
            <pc:sldLayoutMk cId="798077773" sldId="2147483991"/>
          </pc:sldLayoutMkLst>
        </pc:sldLayoutChg>
        <pc:sldLayoutChg chg="del">
          <pc:chgData name="Zaidi, Hasan" userId="ef35c43a-c6b7-4983-91af-e5db0e3d74e6" providerId="ADAL" clId="{FD743325-AD9F-C146-9D42-477B5FFCF44E}" dt="2023-04-05T16:46:55.544" v="87" actId="2696"/>
          <pc:sldLayoutMkLst>
            <pc:docMk/>
            <pc:sldMasterMk cId="1107337222" sldId="2147483959"/>
            <pc:sldLayoutMk cId="1663475787" sldId="2147483993"/>
          </pc:sldLayoutMkLst>
        </pc:sldLayoutChg>
        <pc:sldLayoutChg chg="add del">
          <pc:chgData name="Zaidi, Hasan" userId="ef35c43a-c6b7-4983-91af-e5db0e3d74e6" providerId="ADAL" clId="{FD743325-AD9F-C146-9D42-477B5FFCF44E}" dt="2023-04-05T16:47:03.344" v="92" actId="2696"/>
          <pc:sldLayoutMkLst>
            <pc:docMk/>
            <pc:sldMasterMk cId="1107337222" sldId="2147483959"/>
            <pc:sldLayoutMk cId="958469261" sldId="2147483994"/>
          </pc:sldLayoutMkLst>
        </pc:sldLayoutChg>
        <pc:sldLayoutChg chg="del">
          <pc:chgData name="Zaidi, Hasan" userId="ef35c43a-c6b7-4983-91af-e5db0e3d74e6" providerId="ADAL" clId="{FD743325-AD9F-C146-9D42-477B5FFCF44E}" dt="2023-04-05T16:46:54.442" v="78" actId="2696"/>
          <pc:sldLayoutMkLst>
            <pc:docMk/>
            <pc:sldMasterMk cId="1107337222" sldId="2147483959"/>
            <pc:sldLayoutMk cId="238665539" sldId="2147483995"/>
          </pc:sldLayoutMkLst>
        </pc:sldLayoutChg>
        <pc:sldLayoutChg chg="del">
          <pc:chgData name="Zaidi, Hasan" userId="ef35c43a-c6b7-4983-91af-e5db0e3d74e6" providerId="ADAL" clId="{FD743325-AD9F-C146-9D42-477B5FFCF44E}" dt="2023-04-05T16:46:49.984" v="30" actId="2696"/>
          <pc:sldLayoutMkLst>
            <pc:docMk/>
            <pc:sldMasterMk cId="1107337222" sldId="2147483959"/>
            <pc:sldLayoutMk cId="3024950891" sldId="2147483998"/>
          </pc:sldLayoutMkLst>
        </pc:sldLayoutChg>
        <pc:sldLayoutChg chg="del">
          <pc:chgData name="Zaidi, Hasan" userId="ef35c43a-c6b7-4983-91af-e5db0e3d74e6" providerId="ADAL" clId="{FD743325-AD9F-C146-9D42-477B5FFCF44E}" dt="2023-04-05T16:46:52.549" v="49" actId="2696"/>
          <pc:sldLayoutMkLst>
            <pc:docMk/>
            <pc:sldMasterMk cId="1107337222" sldId="2147483959"/>
            <pc:sldLayoutMk cId="3107288528" sldId="2147483999"/>
          </pc:sldLayoutMkLst>
        </pc:sldLayoutChg>
        <pc:sldLayoutChg chg="del">
          <pc:chgData name="Zaidi, Hasan" userId="ef35c43a-c6b7-4983-91af-e5db0e3d74e6" providerId="ADAL" clId="{FD743325-AD9F-C146-9D42-477B5FFCF44E}" dt="2023-04-05T16:46:53.108" v="57" actId="2696"/>
          <pc:sldLayoutMkLst>
            <pc:docMk/>
            <pc:sldMasterMk cId="1107337222" sldId="2147483959"/>
            <pc:sldLayoutMk cId="4012653516" sldId="2147484000"/>
          </pc:sldLayoutMkLst>
        </pc:sldLayoutChg>
        <pc:sldLayoutChg chg="del">
          <pc:chgData name="Zaidi, Hasan" userId="ef35c43a-c6b7-4983-91af-e5db0e3d74e6" providerId="ADAL" clId="{FD743325-AD9F-C146-9D42-477B5FFCF44E}" dt="2023-04-05T16:46:53.209" v="59" actId="2696"/>
          <pc:sldLayoutMkLst>
            <pc:docMk/>
            <pc:sldMasterMk cId="1107337222" sldId="2147483959"/>
            <pc:sldLayoutMk cId="3170949860" sldId="2147484001"/>
          </pc:sldLayoutMkLst>
        </pc:sldLayoutChg>
        <pc:sldLayoutChg chg="del">
          <pc:chgData name="Zaidi, Hasan" userId="ef35c43a-c6b7-4983-91af-e5db0e3d74e6" providerId="ADAL" clId="{FD743325-AD9F-C146-9D42-477B5FFCF44E}" dt="2023-04-05T16:46:54.288" v="74" actId="2696"/>
          <pc:sldLayoutMkLst>
            <pc:docMk/>
            <pc:sldMasterMk cId="1107337222" sldId="2147483959"/>
            <pc:sldLayoutMk cId="431647712" sldId="2147484002"/>
          </pc:sldLayoutMkLst>
        </pc:sldLayoutChg>
        <pc:sldLayoutChg chg="del">
          <pc:chgData name="Zaidi, Hasan" userId="ef35c43a-c6b7-4983-91af-e5db0e3d74e6" providerId="ADAL" clId="{FD743325-AD9F-C146-9D42-477B5FFCF44E}" dt="2023-04-05T16:46:54.357" v="76" actId="2696"/>
          <pc:sldLayoutMkLst>
            <pc:docMk/>
            <pc:sldMasterMk cId="1107337222" sldId="2147483959"/>
            <pc:sldLayoutMk cId="295237687" sldId="214748400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5CC156-E753-4B9E-9884-037C3B9B10BB}" type="datetimeFigureOut">
              <a:rPr lang="en-US" smtClean="0"/>
              <a:t>4/5/23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647ED-6139-4AD4-9755-EEB7F9EB06EB}" type="slidenum">
              <a:rPr lang="en-US" smtClean="0"/>
              <a:t>‹#›</a:t>
            </a:fld>
            <a:endParaRPr lang="en-US"/>
          </a:p>
        </p:txBody>
      </p:sp>
    </p:spTree>
    <p:extLst>
      <p:ext uri="{BB962C8B-B14F-4D97-AF65-F5344CB8AC3E}">
        <p14:creationId xmlns:p14="http://schemas.microsoft.com/office/powerpoint/2010/main" val="3029092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2.deloitte.com/us/en/legal/about-deloitte.html" TargetMode="External"/><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281031405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304286854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9155947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82214428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525586" y="1700214"/>
            <a:ext cx="2766255"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254788618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75658766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1589701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1459491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27186789"/>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7602120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358088020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Tree>
    <p:extLst>
      <p:ext uri="{BB962C8B-B14F-4D97-AF65-F5344CB8AC3E}">
        <p14:creationId xmlns:p14="http://schemas.microsoft.com/office/powerpoint/2010/main" val="321039572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3623228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0341751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a:t>Click to edit Master text styles</a:t>
            </a:r>
          </a:p>
        </p:txBody>
      </p:sp>
    </p:spTree>
    <p:extLst>
      <p:ext uri="{BB962C8B-B14F-4D97-AF65-F5344CB8AC3E}">
        <p14:creationId xmlns:p14="http://schemas.microsoft.com/office/powerpoint/2010/main" val="17714405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a:t>Click icon to add chart</a:t>
            </a:r>
            <a:endParaRPr lang="en-GB"/>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287301155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Tree>
    <p:extLst>
      <p:ext uri="{BB962C8B-B14F-4D97-AF65-F5344CB8AC3E}">
        <p14:creationId xmlns:p14="http://schemas.microsoft.com/office/powerpoint/2010/main" val="399330697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2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Tree>
    <p:extLst>
      <p:ext uri="{BB962C8B-B14F-4D97-AF65-F5344CB8AC3E}">
        <p14:creationId xmlns:p14="http://schemas.microsoft.com/office/powerpoint/2010/main" val="127503570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a:t>Click to edit Master title style</a:t>
            </a:r>
            <a:endParaRPr lang="en-GB"/>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Tree>
    <p:extLst>
      <p:ext uri="{BB962C8B-B14F-4D97-AF65-F5344CB8AC3E}">
        <p14:creationId xmlns:p14="http://schemas.microsoft.com/office/powerpoint/2010/main" val="125118400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a:t>Click to edit Master title style</a:t>
            </a:r>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a:t>Click to edit Master text styles</a:t>
            </a:r>
          </a:p>
          <a:p>
            <a:pPr lvl="1"/>
            <a:r>
              <a:rPr lang="en-US"/>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6439473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a:t>Click to edit Master title style</a:t>
            </a:r>
          </a:p>
        </p:txBody>
      </p:sp>
      <p:sp>
        <p:nvSpPr>
          <p:cNvPr id="4" name="Picture Placeholder 7"/>
          <p:cNvSpPr>
            <a:spLocks noGrp="1"/>
          </p:cNvSpPr>
          <p:nvPr>
            <p:ph type="pic" sz="quarter" idx="13"/>
          </p:nvPr>
        </p:nvSpPr>
        <p:spPr>
          <a:xfrm>
            <a:off x="501651" y="1700214"/>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4"/>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84720753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07717834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698499"/>
          </a:xfrm>
        </p:spPr>
        <p:txBody>
          <a:bodyPr/>
          <a:lstStyle/>
          <a:p>
            <a:r>
              <a:rPr lang="en-US" noProof="0"/>
              <a:t>Click to edit Master title style</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9022761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21"/>
          </p:nvPr>
        </p:nvSpPr>
        <p:spPr>
          <a:xfrm>
            <a:off x="6246195"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501651" y="317501"/>
            <a:ext cx="11188700" cy="697888"/>
          </a:xfrm>
        </p:spPr>
        <p:txBody>
          <a:bodyPr/>
          <a:lstStyle/>
          <a:p>
            <a:r>
              <a:rPr lang="en-US"/>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0" name="Text Placeholder 8"/>
          <p:cNvSpPr>
            <a:spLocks noGrp="1"/>
          </p:cNvSpPr>
          <p:nvPr>
            <p:ph type="body" sz="quarter" idx="22"/>
          </p:nvPr>
        </p:nvSpPr>
        <p:spPr>
          <a:xfrm>
            <a:off x="504000"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p:cNvSpPr>
            <a:spLocks noGrp="1"/>
          </p:cNvSpPr>
          <p:nvPr>
            <p:ph type="body" sz="quarter" idx="23"/>
          </p:nvPr>
        </p:nvSpPr>
        <p:spPr>
          <a:xfrm>
            <a:off x="6246194"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17"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Tree>
    <p:extLst>
      <p:ext uri="{BB962C8B-B14F-4D97-AF65-F5344CB8AC3E}">
        <p14:creationId xmlns:p14="http://schemas.microsoft.com/office/powerpoint/2010/main" val="19819678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4461018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2781329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8065432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4034232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124745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lstStyle>
            <a:lvl1pPr>
              <a:lnSpc>
                <a:spcPct val="100000"/>
              </a:lnSpc>
              <a:defRPr sz="950"/>
            </a:lvl1pPr>
          </a:lstStyle>
          <a:p>
            <a:pPr lvl="0"/>
            <a:r>
              <a:rPr lang="en-US"/>
              <a:t>Click to edit Master text styles</a:t>
            </a:r>
          </a:p>
        </p:txBody>
      </p:sp>
      <p:grpSp>
        <p:nvGrpSpPr>
          <p:cNvPr id="9" name="Group 8"/>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16075463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2_Divider Full Ble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37F1A6-1830-903C-BBD9-7632D4B40340}"/>
              </a:ext>
            </a:extLst>
          </p:cNvPr>
          <p:cNvPicPr>
            <a:picLocks noChangeAspect="1"/>
          </p:cNvPicPr>
          <p:nvPr userDrawn="1"/>
        </p:nvPicPr>
        <p:blipFill rotWithShape="1">
          <a:blip r:embed="rId2"/>
          <a:srcRect l="664"/>
          <a:stretch/>
        </p:blipFill>
        <p:spPr>
          <a:xfrm>
            <a:off x="0" y="0"/>
            <a:ext cx="12274061" cy="6878666"/>
          </a:xfrm>
          <a:prstGeom prst="rect">
            <a:avLst/>
          </a:prstGeom>
        </p:spPr>
      </p:pic>
      <p:sp>
        <p:nvSpPr>
          <p:cNvPr id="4" name="Rectangle 3">
            <a:extLst>
              <a:ext uri="{FF2B5EF4-FFF2-40B4-BE49-F238E27FC236}">
                <a16:creationId xmlns:a16="http://schemas.microsoft.com/office/drawing/2014/main" id="{2D813B12-2A9A-D7D2-8786-62745CD0E342}"/>
              </a:ext>
            </a:extLst>
          </p:cNvPr>
          <p:cNvSpPr/>
          <p:nvPr userDrawn="1"/>
        </p:nvSpPr>
        <p:spPr bwMode="gray">
          <a:xfrm rot="16200000">
            <a:off x="-676274" y="676273"/>
            <a:ext cx="6857999" cy="5505450"/>
          </a:xfrm>
          <a:prstGeom prst="rect">
            <a:avLst/>
          </a:prstGeom>
          <a:gradFill flip="none" rotWithShape="1">
            <a:gsLst>
              <a:gs pos="0">
                <a:srgbClr val="E0EAF2">
                  <a:alpha val="0"/>
                </a:srgbClr>
              </a:gs>
              <a:gs pos="55000">
                <a:srgbClr val="223D6D">
                  <a:alpha val="72210"/>
                </a:srgbClr>
              </a:gs>
            </a:gsLst>
            <a:lin ang="162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870299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E2F1-A9C6-1947-8788-EC86D22B2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8A7DD3-2191-C4EA-9686-B8BEFBA85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D055CA-9FCC-0B0D-53DD-95341F7C5AAF}"/>
              </a:ext>
            </a:extLst>
          </p:cNvPr>
          <p:cNvSpPr>
            <a:spLocks noGrp="1"/>
          </p:cNvSpPr>
          <p:nvPr>
            <p:ph type="dt" sz="half" idx="10"/>
          </p:nvPr>
        </p:nvSpPr>
        <p:spPr/>
        <p:txBody>
          <a:bodyPr/>
          <a:lstStyle/>
          <a:p>
            <a:fld id="{126125F3-7EEA-494B-BD10-8ABBD5E83E27}" type="datetimeFigureOut">
              <a:rPr lang="en-US" smtClean="0"/>
              <a:t>4/5/23</a:t>
            </a:fld>
            <a:endParaRPr lang="en-US"/>
          </a:p>
        </p:txBody>
      </p:sp>
      <p:sp>
        <p:nvSpPr>
          <p:cNvPr id="5" name="Footer Placeholder 4">
            <a:extLst>
              <a:ext uri="{FF2B5EF4-FFF2-40B4-BE49-F238E27FC236}">
                <a16:creationId xmlns:a16="http://schemas.microsoft.com/office/drawing/2014/main" id="{4D2AD662-E008-7501-D5F2-99B94EAFE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691035-1A1B-DC58-E09F-2D2AB6270655}"/>
              </a:ext>
            </a:extLst>
          </p:cNvPr>
          <p:cNvSpPr>
            <a:spLocks noGrp="1"/>
          </p:cNvSpPr>
          <p:nvPr>
            <p:ph type="sldNum" sz="quarter" idx="12"/>
          </p:nvPr>
        </p:nvSpPr>
        <p:spPr/>
        <p:txBody>
          <a:bodyPr/>
          <a:lstStyle/>
          <a:p>
            <a:fld id="{97B235ED-62E9-7D4E-B1C2-BE78DA638194}" type="slidenum">
              <a:rPr lang="en-US" smtClean="0"/>
              <a:t>‹#›</a:t>
            </a:fld>
            <a:endParaRPr lang="en-US"/>
          </a:p>
        </p:txBody>
      </p:sp>
    </p:spTree>
    <p:extLst>
      <p:ext uri="{BB962C8B-B14F-4D97-AF65-F5344CB8AC3E}">
        <p14:creationId xmlns:p14="http://schemas.microsoft.com/office/powerpoint/2010/main" val="1583996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Title, Subhea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5BA907-C74F-3D42-8D12-FB4821521BD3}"/>
              </a:ext>
            </a:extLst>
          </p:cNvPr>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i="0" spc="-75"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
        <p:nvSpPr>
          <p:cNvPr id="6" name="Text Placeholder 8">
            <a:extLst>
              <a:ext uri="{FF2B5EF4-FFF2-40B4-BE49-F238E27FC236}">
                <a16:creationId xmlns:a16="http://schemas.microsoft.com/office/drawing/2014/main" id="{FA451DFB-9D2D-944C-AEA5-014E9B7829CC}"/>
              </a:ext>
            </a:extLst>
          </p:cNvPr>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
        <p:nvSpPr>
          <p:cNvPr id="4" name="Text Placeholder 5">
            <a:extLst>
              <a:ext uri="{FF2B5EF4-FFF2-40B4-BE49-F238E27FC236}">
                <a16:creationId xmlns:a16="http://schemas.microsoft.com/office/drawing/2014/main" id="{0CD48EFF-5A0E-BC42-BDA2-0D38C22BBD48}"/>
              </a:ext>
            </a:extLst>
          </p:cNvPr>
          <p:cNvSpPr>
            <a:spLocks noGrp="1"/>
          </p:cNvSpPr>
          <p:nvPr>
            <p:ph type="body" sz="quarter" idx="15" hasCustomPrompt="1"/>
          </p:nvPr>
        </p:nvSpPr>
        <p:spPr>
          <a:xfrm>
            <a:off x="914970" y="466344"/>
            <a:ext cx="10362631" cy="164592"/>
          </a:xfrm>
        </p:spPr>
        <p:txBody>
          <a:bodyPr vert="horz" lIns="0" tIns="0" rIns="0" bIns="0" rtlCol="0">
            <a:noAutofit/>
          </a:bodyPr>
          <a:lstStyle>
            <a:lvl1pPr marL="0" indent="0">
              <a:buNone/>
              <a:defRPr lang="en-US" sz="900" b="1" kern="0" cap="all" spc="250" baseline="0" dirty="0">
                <a:solidFill>
                  <a:schemeClr val="accent1"/>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95846926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subhead">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457200" y="434975"/>
            <a:ext cx="11277599" cy="453696"/>
          </a:xfrm>
          <a:prstGeom prst="rect">
            <a:avLst/>
          </a:prstGeom>
        </p:spPr>
        <p:txBody>
          <a:bodyPr vert="horz" lIns="0" tIns="0" rIns="0" bIns="0" rtlCol="0" anchor="t" anchorCtr="0">
            <a:noAutofit/>
          </a:bodyPr>
          <a:lstStyle>
            <a:lvl1pPr>
              <a:defRPr sz="2800">
                <a:latin typeface="+mj-lt"/>
              </a:defRPr>
            </a:lvl1pPr>
          </a:lstStyle>
          <a:p>
            <a:r>
              <a:rPr lang="en-US" noProof="0"/>
              <a:t>Click to edit Master title style</a:t>
            </a:r>
          </a:p>
        </p:txBody>
      </p:sp>
      <p:sp>
        <p:nvSpPr>
          <p:cNvPr id="3" name="Text Placeholder 8">
            <a:extLst>
              <a:ext uri="{FF2B5EF4-FFF2-40B4-BE49-F238E27FC236}">
                <a16:creationId xmlns:a16="http://schemas.microsoft.com/office/drawing/2014/main" id="{61ECAAFF-8F4D-1041-9BD6-F01200012957}"/>
              </a:ext>
            </a:extLst>
          </p:cNvPr>
          <p:cNvSpPr>
            <a:spLocks noGrp="1"/>
          </p:cNvSpPr>
          <p:nvPr>
            <p:ph type="body" sz="quarter" idx="13" hasCustomPrompt="1"/>
          </p:nvPr>
        </p:nvSpPr>
        <p:spPr>
          <a:xfrm>
            <a:off x="458791" y="985838"/>
            <a:ext cx="11275995" cy="397805"/>
          </a:xfrm>
          <a:prstGeom prst="rect">
            <a:avLst/>
          </a:prstGeom>
        </p:spPr>
        <p:txBody>
          <a:bodyPr lIns="0" tIns="0" rIns="0" bIns="0">
            <a:noAutofit/>
          </a:bodyPr>
          <a:lstStyle>
            <a:lvl1pPr marL="0" indent="0">
              <a:spcAft>
                <a:spcPts val="600"/>
              </a:spcAft>
              <a:buNone/>
              <a:defRPr sz="1400" b="0">
                <a:solidFill>
                  <a:schemeClr val="accent6"/>
                </a:solidFill>
                <a:latin typeface="+mn-lt"/>
              </a:defRPr>
            </a:lvl1pPr>
          </a:lstStyle>
          <a:p>
            <a:pPr lvl="0"/>
            <a:r>
              <a:rPr lang="en-US" noProof="0"/>
              <a:t>Click to add subtitle</a:t>
            </a:r>
          </a:p>
        </p:txBody>
      </p:sp>
    </p:spTree>
    <p:extLst>
      <p:ext uri="{BB962C8B-B14F-4D97-AF65-F5344CB8AC3E}">
        <p14:creationId xmlns:p14="http://schemas.microsoft.com/office/powerpoint/2010/main" val="182181123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1">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24957"/>
            <a:ext cx="11252200" cy="648282"/>
          </a:xfrm>
          <a:prstGeom prst="rect">
            <a:avLst/>
          </a:prstGeom>
        </p:spPr>
        <p:txBody>
          <a:bodyPr vert="horz" lIns="0" tIns="0" rIns="0" bIns="0" rtlCol="0" anchor="t" anchorCtr="0">
            <a:noAutofit/>
          </a:bodyPr>
          <a:lstStyle>
            <a:lvl1pPr>
              <a:defRPr sz="2400"/>
            </a:lvl1pPr>
          </a:lstStyle>
          <a:p>
            <a:r>
              <a:rPr lang="en-US" noProof="0"/>
              <a:t>Click to edit Master title style</a:t>
            </a:r>
          </a:p>
        </p:txBody>
      </p:sp>
    </p:spTree>
    <p:extLst>
      <p:ext uri="{BB962C8B-B14F-4D97-AF65-F5344CB8AC3E}">
        <p14:creationId xmlns:p14="http://schemas.microsoft.com/office/powerpoint/2010/main" val="3047394253"/>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778190"/>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00110"/>
          </a:xfrm>
          <a:prstGeom prst="rect">
            <a:avLst/>
          </a:prstGeom>
        </p:spPr>
        <p:txBody>
          <a:bodyPr vert="horz" lIns="0" tIns="0" rIns="0" bIns="0" rtlCol="0" anchor="t" anchorCtr="0">
            <a:spAutoFit/>
          </a:bodyPr>
          <a:lstStyle>
            <a:lvl1pPr>
              <a:spcBef>
                <a:spcPts val="0"/>
              </a:spcBef>
              <a:spcAft>
                <a:spcPts val="0"/>
              </a:spcAft>
              <a:defRPr sz="2600">
                <a:latin typeface="+mj-lt"/>
              </a:defRPr>
            </a:lvl1pPr>
          </a:lstStyle>
          <a:p>
            <a:r>
              <a:rPr lang="en-US"/>
              <a:t>Click to add title</a:t>
            </a:r>
          </a:p>
        </p:txBody>
      </p:sp>
    </p:spTree>
    <p:extLst>
      <p:ext uri="{BB962C8B-B14F-4D97-AF65-F5344CB8AC3E}">
        <p14:creationId xmlns:p14="http://schemas.microsoft.com/office/powerpoint/2010/main" val="304582980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Corning_Title, subhead">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457200" y="434975"/>
            <a:ext cx="11277599" cy="430887"/>
          </a:xfrm>
          <a:prstGeom prst="rect">
            <a:avLst/>
          </a:prstGeom>
        </p:spPr>
        <p:txBody>
          <a:bodyPr>
            <a:spAutoFit/>
          </a:bodyPr>
          <a:lstStyle>
            <a:lvl1pPr>
              <a:defRPr sz="2800" spc="0" baseline="0">
                <a:latin typeface="Chronicle Display Black"/>
              </a:defRPr>
            </a:lvl1pPr>
          </a:lstStyle>
          <a:p>
            <a:r>
              <a:rPr lang="en-US" noProof="0"/>
              <a:t>Click to edit Master title style</a:t>
            </a:r>
          </a:p>
        </p:txBody>
      </p:sp>
      <p:sp>
        <p:nvSpPr>
          <p:cNvPr id="3" name="Text Placeholder 8">
            <a:extLst>
              <a:ext uri="{FF2B5EF4-FFF2-40B4-BE49-F238E27FC236}">
                <a16:creationId xmlns:a16="http://schemas.microsoft.com/office/drawing/2014/main" id="{61ECAAFF-8F4D-1041-9BD6-F01200012957}"/>
              </a:ext>
            </a:extLst>
          </p:cNvPr>
          <p:cNvSpPr>
            <a:spLocks noGrp="1"/>
          </p:cNvSpPr>
          <p:nvPr>
            <p:ph type="body" sz="quarter" idx="13" hasCustomPrompt="1"/>
          </p:nvPr>
        </p:nvSpPr>
        <p:spPr>
          <a:xfrm>
            <a:off x="458791" y="985838"/>
            <a:ext cx="11275995" cy="215444"/>
          </a:xfrm>
          <a:prstGeom prst="rect">
            <a:avLst/>
          </a:prstGeom>
        </p:spPr>
        <p:txBody>
          <a:bodyPr>
            <a:spAutoFit/>
          </a:bodyPr>
          <a:lstStyle>
            <a:lvl1pPr marL="0" indent="0">
              <a:spcAft>
                <a:spcPts val="600"/>
              </a:spcAft>
              <a:buNone/>
              <a:defRPr sz="1400" b="0" spc="0" baseline="0">
                <a:solidFill>
                  <a:schemeClr val="accent6"/>
                </a:solidFill>
                <a:latin typeface="+mn-lt"/>
              </a:defRPr>
            </a:lvl1pPr>
          </a:lstStyle>
          <a:p>
            <a:pPr lvl="0"/>
            <a:r>
              <a:rPr lang="en-US" noProof="0"/>
              <a:t>Click to edit Master text styles</a:t>
            </a:r>
          </a:p>
        </p:txBody>
      </p:sp>
    </p:spTree>
    <p:extLst>
      <p:ext uri="{BB962C8B-B14F-4D97-AF65-F5344CB8AC3E}">
        <p14:creationId xmlns:p14="http://schemas.microsoft.com/office/powerpoint/2010/main" val="413496994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Blue -Blank Slide">
    <p:spTree>
      <p:nvGrpSpPr>
        <p:cNvPr id="1" name=""/>
        <p:cNvGrpSpPr/>
        <p:nvPr/>
      </p:nvGrpSpPr>
      <p:grpSpPr>
        <a:xfrm>
          <a:off x="0" y="0"/>
          <a:ext cx="0" cy="0"/>
          <a:chOff x="0" y="0"/>
          <a:chExt cx="0" cy="0"/>
        </a:xfrm>
      </p:grpSpPr>
      <p:sp>
        <p:nvSpPr>
          <p:cNvPr id="4" name="Rectangle 6"/>
          <p:cNvSpPr>
            <a:spLocks noGrp="1" noChangeArrowheads="1"/>
          </p:cNvSpPr>
          <p:nvPr>
            <p:ph type="sldNum" sz="quarter" idx="4"/>
          </p:nvPr>
        </p:nvSpPr>
        <p:spPr>
          <a:xfrm>
            <a:off x="11659947" y="6126495"/>
            <a:ext cx="442383" cy="555625"/>
          </a:xfrm>
          <a:prstGeom prst="rect">
            <a:avLst/>
          </a:prstGeom>
          <a:ln/>
        </p:spPr>
        <p:txBody>
          <a:bodyPr anchor="ctr"/>
          <a:lstStyle>
            <a:lvl1pPr>
              <a:defRPr sz="800">
                <a:latin typeface="Arial" panose="020B0604020202020204" pitchFamily="34" charset="0"/>
                <a:cs typeface="Arial" panose="020B0604020202020204" pitchFamily="34" charset="0"/>
              </a:defRPr>
            </a:lvl1pPr>
          </a:lstStyle>
          <a:p>
            <a:pPr>
              <a:defRPr/>
            </a:pPr>
            <a:fld id="{0F26AA3F-01D8-4B39-89EA-8EADBFC875EC}" type="slidenum">
              <a:rPr lang="en-US" smtClean="0"/>
              <a:pPr>
                <a:defRPr/>
              </a:pPr>
              <a:t>‹#›</a:t>
            </a:fld>
            <a:endParaRPr lang="en-US"/>
          </a:p>
        </p:txBody>
      </p:sp>
      <p:sp>
        <p:nvSpPr>
          <p:cNvPr id="5" name="Title Placeholder 1"/>
          <p:cNvSpPr>
            <a:spLocks noGrp="1"/>
          </p:cNvSpPr>
          <p:nvPr>
            <p:ph type="title"/>
          </p:nvPr>
        </p:nvSpPr>
        <p:spPr>
          <a:xfrm>
            <a:off x="501652" y="172030"/>
            <a:ext cx="11206477" cy="619278"/>
          </a:xfrm>
          <a:prstGeom prst="rect">
            <a:avLst/>
          </a:prstGeom>
        </p:spPr>
        <p:txBody>
          <a:bodyPr vert="horz" lIns="0" tIns="0" rIns="0" bIns="0" rtlCol="0" anchor="t" anchorCtr="0">
            <a:noAutofit/>
          </a:bodyPr>
          <a:lstStyle>
            <a:lvl1pPr>
              <a:defRPr sz="1800" b="1">
                <a:solidFill>
                  <a:srgbClr val="084E87"/>
                </a:solidFill>
                <a:latin typeface="Georgia" panose="02040502050405020303" pitchFamily="18" charset="0"/>
                <a:cs typeface="Arial" panose="020B0604020202020204" pitchFamily="34" charset="0"/>
              </a:defRPr>
            </a:lvl1pPr>
          </a:lstStyle>
          <a:p>
            <a:r>
              <a:rPr lang="en-US" noProof="0"/>
              <a:t>Click to edit Master title style</a:t>
            </a:r>
          </a:p>
        </p:txBody>
      </p:sp>
    </p:spTree>
    <p:extLst>
      <p:ext uri="{BB962C8B-B14F-4D97-AF65-F5344CB8AC3E}">
        <p14:creationId xmlns:p14="http://schemas.microsoft.com/office/powerpoint/2010/main" val="67874050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31094-3520-4489-9B20-3B57F28B3D6B}"/>
              </a:ext>
            </a:extLst>
          </p:cNvPr>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21A34FF9-3C3B-4A5D-BFE0-80C701A24983}"/>
              </a:ext>
            </a:extLst>
          </p:cNvPr>
          <p:cNvSpPr>
            <a:spLocks noGrp="1"/>
          </p:cNvSpPr>
          <p:nvPr>
            <p:ph type="dt" sz="half" idx="10"/>
          </p:nvPr>
        </p:nvSpPr>
        <p:spPr>
          <a:xfrm>
            <a:off x="838200" y="6356350"/>
            <a:ext cx="2743200" cy="365125"/>
          </a:xfrm>
          <a:prstGeom prst="rect">
            <a:avLst/>
          </a:prstGeom>
        </p:spPr>
        <p:txBody>
          <a:bodyPr/>
          <a:lstStyle/>
          <a:p>
            <a:r>
              <a:rPr lang="en-US"/>
              <a:t>2022 Deloitte Confidential</a:t>
            </a:r>
          </a:p>
        </p:txBody>
      </p:sp>
      <p:sp>
        <p:nvSpPr>
          <p:cNvPr id="5" name="Footer Placeholder 4">
            <a:extLst>
              <a:ext uri="{FF2B5EF4-FFF2-40B4-BE49-F238E27FC236}">
                <a16:creationId xmlns:a16="http://schemas.microsoft.com/office/drawing/2014/main" id="{175620C7-26E3-4AA0-843A-23A67D11E24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74E641A-E71D-48E9-AE2B-8B12DA3BABF7}"/>
              </a:ext>
            </a:extLst>
          </p:cNvPr>
          <p:cNvSpPr>
            <a:spLocks noGrp="1"/>
          </p:cNvSpPr>
          <p:nvPr>
            <p:ph type="sldNum" sz="quarter" idx="12"/>
          </p:nvPr>
        </p:nvSpPr>
        <p:spPr>
          <a:xfrm>
            <a:off x="8610600" y="6356350"/>
            <a:ext cx="2743200" cy="365125"/>
          </a:xfrm>
          <a:prstGeom prst="rect">
            <a:avLst/>
          </a:prstGeom>
        </p:spPr>
        <p:txBody>
          <a:bodyPr/>
          <a:lstStyle/>
          <a:p>
            <a:fld id="{E048D94B-CEA8-4FA9-A162-5ADE9C5FD7A6}" type="slidenum">
              <a:rPr lang="en-US" smtClean="0"/>
              <a:t>‹#›</a:t>
            </a:fld>
            <a:endParaRPr lang="en-US"/>
          </a:p>
        </p:txBody>
      </p:sp>
      <p:pic>
        <p:nvPicPr>
          <p:cNvPr id="2050" name="Picture 2">
            <a:extLst>
              <a:ext uri="{FF2B5EF4-FFF2-40B4-BE49-F238E27FC236}">
                <a16:creationId xmlns:a16="http://schemas.microsoft.com/office/drawing/2014/main" id="{339449B0-63F8-4FA0-8A8A-8EED776C1161}"/>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7608" b="27608"/>
          <a:stretch/>
        </p:blipFill>
        <p:spPr bwMode="auto">
          <a:xfrm>
            <a:off x="8693873" y="6432586"/>
            <a:ext cx="855826" cy="212651"/>
          </a:xfrm>
          <a:prstGeom prst="rect">
            <a:avLst/>
          </a:prstGeom>
          <a:noFill/>
          <a:extLst>
            <a:ext uri="{909E8E84-426E-40DD-AFC4-6F175D3DCCD1}">
              <a14:hiddenFill xmlns:a14="http://schemas.microsoft.com/office/drawing/2010/main">
                <a:solidFill>
                  <a:srgbClr val="FFFFFF"/>
                </a:solidFill>
              </a14:hiddenFill>
            </a:ext>
          </a:extLst>
        </p:spPr>
      </p:pic>
      <p:pic>
        <p:nvPicPr>
          <p:cNvPr id="8" name="DeloitteW">
            <a:extLst>
              <a:ext uri="{FF2B5EF4-FFF2-40B4-BE49-F238E27FC236}">
                <a16:creationId xmlns:a16="http://schemas.microsoft.com/office/drawing/2014/main" id="{0E9CF1C6-893A-4672-848F-76CDA58F2CEE}"/>
              </a:ext>
            </a:extLst>
          </p:cNvPr>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9835115" y="6510357"/>
            <a:ext cx="515933" cy="123931"/>
          </a:xfrm>
          <a:prstGeom prst="rect">
            <a:avLst/>
          </a:prstGeom>
        </p:spPr>
      </p:pic>
      <p:sp>
        <p:nvSpPr>
          <p:cNvPr id="7" name="TextBox 6">
            <a:extLst>
              <a:ext uri="{FF2B5EF4-FFF2-40B4-BE49-F238E27FC236}">
                <a16:creationId xmlns:a16="http://schemas.microsoft.com/office/drawing/2014/main" id="{50EFCB25-ABEC-4675-89B7-5D00348F4517}"/>
              </a:ext>
            </a:extLst>
          </p:cNvPr>
          <p:cNvSpPr txBox="1"/>
          <p:nvPr userDrawn="1"/>
        </p:nvSpPr>
        <p:spPr>
          <a:xfrm>
            <a:off x="9549699" y="6415649"/>
            <a:ext cx="285416" cy="369332"/>
          </a:xfrm>
          <a:prstGeom prst="rect">
            <a:avLst/>
          </a:prstGeom>
          <a:noFill/>
        </p:spPr>
        <p:txBody>
          <a:bodyPr wrap="square" rtlCol="0">
            <a:spAutoFit/>
          </a:bodyPr>
          <a:lstStyle/>
          <a:p>
            <a:r>
              <a:rPr lang="en-US"/>
              <a:t>+</a:t>
            </a:r>
          </a:p>
        </p:txBody>
      </p:sp>
    </p:spTree>
    <p:extLst>
      <p:ext uri="{BB962C8B-B14F-4D97-AF65-F5344CB8AC3E}">
        <p14:creationId xmlns:p14="http://schemas.microsoft.com/office/powerpoint/2010/main" val="236029227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Subhead">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t" anchorCtr="0">
            <a:noAutofit/>
          </a:bodyPr>
          <a:lstStyle>
            <a:lvl1pPr>
              <a:defRPr lang="en-US" sz="3200" b="0" spc="-75" dirty="0">
                <a:latin typeface="+mj-lt"/>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962017" y="1143348"/>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
        <p:nvSpPr>
          <p:cNvPr id="7" name="Text Placeholder 5">
            <a:extLst>
              <a:ext uri="{FF2B5EF4-FFF2-40B4-BE49-F238E27FC236}">
                <a16:creationId xmlns:a16="http://schemas.microsoft.com/office/drawing/2014/main" id="{D2F17F33-39BA-0E49-ADFE-B14BC0A7D3DE}"/>
              </a:ext>
            </a:extLst>
          </p:cNvPr>
          <p:cNvSpPr>
            <a:spLocks noGrp="1"/>
          </p:cNvSpPr>
          <p:nvPr>
            <p:ph type="body" sz="quarter" idx="15"/>
          </p:nvPr>
        </p:nvSpPr>
        <p:spPr>
          <a:xfrm>
            <a:off x="914399" y="466343"/>
            <a:ext cx="8138160" cy="173736"/>
          </a:xfrm>
        </p:spPr>
        <p:txBody>
          <a:bodyPr/>
          <a:lstStyle>
            <a:lvl1pPr marL="0" indent="0">
              <a:buNone/>
              <a:defRPr sz="900" b="1" cap="all" spc="250" baseline="0">
                <a:solidFill>
                  <a:schemeClr val="accent5">
                    <a:lumMod val="60000"/>
                    <a:lumOff val="40000"/>
                  </a:schemeClr>
                </a:solidFill>
              </a:defRPr>
            </a:lvl1pPr>
          </a:lstStyle>
          <a:p>
            <a:pPr lvl="0"/>
            <a:r>
              <a:rPr lang="en-US"/>
              <a:t>Click to edit Master text styles</a:t>
            </a:r>
          </a:p>
        </p:txBody>
      </p:sp>
    </p:spTree>
    <p:extLst>
      <p:ext uri="{BB962C8B-B14F-4D97-AF65-F5344CB8AC3E}">
        <p14:creationId xmlns:p14="http://schemas.microsoft.com/office/powerpoint/2010/main" val="2499878098"/>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246221"/>
          </a:xfrm>
          <a:prstGeom prst="rect">
            <a:avLst/>
          </a:prstGeom>
        </p:spPr>
        <p:txBody>
          <a:bodyPr lIns="0" tIns="0" rIns="0" bIns="0">
            <a:spAutoFit/>
          </a:bodyPr>
          <a:lstStyle>
            <a:lvl1pPr marL="0" indent="0">
              <a:buNone/>
              <a:defRPr sz="16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28846268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_Title Subtitle Breadcrumb">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69900" y="688336"/>
            <a:ext cx="11252200" cy="503302"/>
          </a:xfrm>
          <a:prstGeom prst="rect">
            <a:avLst/>
          </a:prstGeom>
        </p:spPr>
        <p:txBody>
          <a:bodyPr vert="horz" lIns="0" tIns="0" rIns="0" bIns="0" rtlCol="0" anchor="t" anchorCtr="0">
            <a:noAutofit/>
          </a:bodyPr>
          <a:lstStyle>
            <a:lvl1pPr>
              <a:defRPr sz="2800"/>
            </a:lvl1pPr>
          </a:lstStyle>
          <a:p>
            <a:r>
              <a:rPr lang="en-US" noProof="0"/>
              <a:t>Click to edit Master title style </a:t>
            </a:r>
          </a:p>
        </p:txBody>
      </p:sp>
      <p:sp>
        <p:nvSpPr>
          <p:cNvPr id="3" name="Text Placeholder 8">
            <a:extLst>
              <a:ext uri="{FF2B5EF4-FFF2-40B4-BE49-F238E27FC236}">
                <a16:creationId xmlns:a16="http://schemas.microsoft.com/office/drawing/2014/main" id="{5FD0A65A-D458-4C2D-BDE5-F390C7C08D37}"/>
              </a:ext>
            </a:extLst>
          </p:cNvPr>
          <p:cNvSpPr>
            <a:spLocks noGrp="1"/>
          </p:cNvSpPr>
          <p:nvPr>
            <p:ph type="body" sz="quarter" idx="14"/>
          </p:nvPr>
        </p:nvSpPr>
        <p:spPr>
          <a:xfrm>
            <a:off x="469900" y="1191934"/>
            <a:ext cx="11252200" cy="475488"/>
          </a:xfrm>
        </p:spPr>
        <p:txBody>
          <a:bodyPr vert="horz" lIns="0" tIns="0" rIns="0" bIns="0" rtlCol="0">
            <a:noAutofit/>
          </a:bodyPr>
          <a:lstStyle>
            <a:lvl1pPr marL="0" indent="0">
              <a:buNone/>
              <a:defRPr lang="en-US" sz="1400">
                <a:solidFill>
                  <a:schemeClr val="bg1">
                    <a:lumMod val="50000"/>
                  </a:schemeClr>
                </a:solidFill>
              </a:defRPr>
            </a:lvl1pPr>
          </a:lstStyle>
          <a:p>
            <a:pPr marL="228600" lvl="0" indent="-228600">
              <a:lnSpc>
                <a:spcPct val="130000"/>
              </a:lnSpc>
            </a:pPr>
            <a:r>
              <a:rPr lang="en-US"/>
              <a:t>Click to edit Master text styles</a:t>
            </a:r>
          </a:p>
        </p:txBody>
      </p:sp>
      <p:sp>
        <p:nvSpPr>
          <p:cNvPr id="5" name="Text Placeholder 8">
            <a:extLst>
              <a:ext uri="{FF2B5EF4-FFF2-40B4-BE49-F238E27FC236}">
                <a16:creationId xmlns:a16="http://schemas.microsoft.com/office/drawing/2014/main" id="{C23BB2BA-57DD-4365-A261-AB63685ED281}"/>
              </a:ext>
            </a:extLst>
          </p:cNvPr>
          <p:cNvSpPr>
            <a:spLocks noGrp="1"/>
          </p:cNvSpPr>
          <p:nvPr>
            <p:ph type="body" sz="quarter" idx="15" hasCustomPrompt="1"/>
          </p:nvPr>
        </p:nvSpPr>
        <p:spPr>
          <a:xfrm>
            <a:off x="469900" y="290514"/>
            <a:ext cx="11252200" cy="322672"/>
          </a:xfrm>
        </p:spPr>
        <p:txBody>
          <a:bodyPr vert="horz" lIns="0" tIns="0" rIns="0" bIns="0" rtlCol="0" anchor="ctr" anchorCtr="0">
            <a:noAutofit/>
          </a:bodyPr>
          <a:lstStyle>
            <a:lvl1pPr marL="0" indent="0">
              <a:buNone/>
              <a:defRPr lang="en-US" sz="1100" b="1" i="0" cap="all" spc="100" baseline="0">
                <a:solidFill>
                  <a:schemeClr val="bg1">
                    <a:lumMod val="65000"/>
                  </a:schemeClr>
                </a:solidFill>
              </a:defRPr>
            </a:lvl1pPr>
          </a:lstStyle>
          <a:p>
            <a:pPr marL="228600" lvl="0" indent="-228600">
              <a:lnSpc>
                <a:spcPct val="130000"/>
              </a:lnSpc>
            </a:pPr>
            <a:r>
              <a:rPr lang="en-US"/>
              <a:t>Breadcrumb</a:t>
            </a:r>
          </a:p>
        </p:txBody>
      </p:sp>
      <p:sp>
        <p:nvSpPr>
          <p:cNvPr id="6" name="Copyright">
            <a:extLst>
              <a:ext uri="{FF2B5EF4-FFF2-40B4-BE49-F238E27FC236}">
                <a16:creationId xmlns:a16="http://schemas.microsoft.com/office/drawing/2014/main" id="{8BD13E74-DDDC-451F-AEE0-8C276EAB0112}"/>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914400" rtl="0" eaLnBrk="1" latinLnBrk="0" hangingPunct="1">
              <a:spcBef>
                <a:spcPts val="600"/>
              </a:spcBef>
              <a:buSzPct val="100000"/>
              <a:buFont typeface="Arial"/>
              <a:buNone/>
            </a:pPr>
            <a:r>
              <a:rPr lang="en-US" sz="900" b="0" noProof="0">
                <a:solidFill>
                  <a:schemeClr val="tx2">
                    <a:lumMod val="60000"/>
                    <a:lumOff val="40000"/>
                  </a:schemeClr>
                </a:solidFill>
                <a:latin typeface="+mn-lt"/>
                <a:cs typeface="Calibri" panose="020F0502020204030204" pitchFamily="34" charset="0"/>
              </a:rPr>
              <a:t>Copyright © 2020 Deloitte Development LLC. All rights reserved.</a:t>
            </a:r>
          </a:p>
        </p:txBody>
      </p:sp>
    </p:spTree>
    <p:extLst>
      <p:ext uri="{BB962C8B-B14F-4D97-AF65-F5344CB8AC3E}">
        <p14:creationId xmlns:p14="http://schemas.microsoft.com/office/powerpoint/2010/main" val="392250463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3_Divider Full Ble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37F1A6-1830-903C-BBD9-7632D4B40340}"/>
              </a:ext>
            </a:extLst>
          </p:cNvPr>
          <p:cNvPicPr>
            <a:picLocks noChangeAspect="1"/>
          </p:cNvPicPr>
          <p:nvPr userDrawn="1"/>
        </p:nvPicPr>
        <p:blipFill rotWithShape="1">
          <a:blip r:embed="rId2"/>
          <a:srcRect l="664"/>
          <a:stretch/>
        </p:blipFill>
        <p:spPr>
          <a:xfrm>
            <a:off x="0" y="0"/>
            <a:ext cx="12274061" cy="6878666"/>
          </a:xfrm>
          <a:prstGeom prst="rect">
            <a:avLst/>
          </a:prstGeom>
        </p:spPr>
      </p:pic>
      <p:sp>
        <p:nvSpPr>
          <p:cNvPr id="4" name="Rectangle 3">
            <a:extLst>
              <a:ext uri="{FF2B5EF4-FFF2-40B4-BE49-F238E27FC236}">
                <a16:creationId xmlns:a16="http://schemas.microsoft.com/office/drawing/2014/main" id="{2D813B12-2A9A-D7D2-8786-62745CD0E342}"/>
              </a:ext>
            </a:extLst>
          </p:cNvPr>
          <p:cNvSpPr/>
          <p:nvPr userDrawn="1"/>
        </p:nvSpPr>
        <p:spPr bwMode="gray">
          <a:xfrm rot="16200000">
            <a:off x="-676274" y="676273"/>
            <a:ext cx="6857999" cy="5505450"/>
          </a:xfrm>
          <a:prstGeom prst="rect">
            <a:avLst/>
          </a:prstGeom>
          <a:gradFill flip="none" rotWithShape="1">
            <a:gsLst>
              <a:gs pos="0">
                <a:srgbClr val="E0EAF2">
                  <a:alpha val="0"/>
                </a:srgbClr>
              </a:gs>
              <a:gs pos="55000">
                <a:srgbClr val="223D6D">
                  <a:alpha val="72210"/>
                </a:srgbClr>
              </a:gs>
            </a:gsLst>
            <a:lin ang="16200000" scaled="1"/>
            <a:tileRect/>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5" name="Rectangle 4">
            <a:extLst>
              <a:ext uri="{FF2B5EF4-FFF2-40B4-BE49-F238E27FC236}">
                <a16:creationId xmlns:a16="http://schemas.microsoft.com/office/drawing/2014/main" id="{A98400FD-6148-D63B-1687-99570994176F}"/>
              </a:ext>
            </a:extLst>
          </p:cNvPr>
          <p:cNvSpPr/>
          <p:nvPr userDrawn="1"/>
        </p:nvSpPr>
        <p:spPr bwMode="gray">
          <a:xfrm flipH="1">
            <a:off x="917327" y="3988993"/>
            <a:ext cx="85727" cy="1325957"/>
          </a:xfrm>
          <a:prstGeom prst="rect">
            <a:avLst/>
          </a:prstGeom>
          <a:solidFill>
            <a:srgbClr val="0DF2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Subtitle 2">
            <a:extLst>
              <a:ext uri="{FF2B5EF4-FFF2-40B4-BE49-F238E27FC236}">
                <a16:creationId xmlns:a16="http://schemas.microsoft.com/office/drawing/2014/main" id="{20FFA149-7AD5-44AA-8469-56F3781A198C}"/>
              </a:ext>
            </a:extLst>
          </p:cNvPr>
          <p:cNvSpPr>
            <a:spLocks noGrp="1"/>
          </p:cNvSpPr>
          <p:nvPr>
            <p:ph type="subTitle" idx="1" hasCustomPrompt="1"/>
          </p:nvPr>
        </p:nvSpPr>
        <p:spPr bwMode="gray">
          <a:xfrm>
            <a:off x="1274676" y="4194771"/>
            <a:ext cx="4720772" cy="914400"/>
          </a:xfrm>
          <a:prstGeom prst="rect">
            <a:avLst/>
          </a:prstGeom>
        </p:spPr>
        <p:txBody>
          <a:bodyPr anchor="ctr" anchorCtr="0">
            <a:noAutofit/>
          </a:bodyPr>
          <a:lstStyle>
            <a:lvl1pPr marL="0" indent="0" algn="l">
              <a:lnSpc>
                <a:spcPct val="110000"/>
              </a:lnSpc>
              <a:spcAft>
                <a:spcPts val="0"/>
              </a:spcAft>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a:lnSpc>
                <a:spcPts val="3600"/>
              </a:lnSpc>
              <a:spcAft>
                <a:spcPts val="0"/>
              </a:spcAft>
              <a:buNone/>
              <a:defRPr sz="3600" b="1" i="0" spc="-120" baseline="0">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style</a:t>
            </a:r>
          </a:p>
        </p:txBody>
      </p:sp>
    </p:spTree>
    <p:extLst>
      <p:ext uri="{BB962C8B-B14F-4D97-AF65-F5344CB8AC3E}">
        <p14:creationId xmlns:p14="http://schemas.microsoft.com/office/powerpoint/2010/main" val="401064964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_Title, Subhea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5BA907-C74F-3D42-8D12-FB4821521BD3}"/>
              </a:ext>
            </a:extLst>
          </p:cNvPr>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i="0" spc="-75"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
        <p:nvSpPr>
          <p:cNvPr id="6" name="Text Placeholder 8">
            <a:extLst>
              <a:ext uri="{FF2B5EF4-FFF2-40B4-BE49-F238E27FC236}">
                <a16:creationId xmlns:a16="http://schemas.microsoft.com/office/drawing/2014/main" id="{FA451DFB-9D2D-944C-AEA5-014E9B7829CC}"/>
              </a:ext>
            </a:extLst>
          </p:cNvPr>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
        <p:nvSpPr>
          <p:cNvPr id="4" name="Text Placeholder 5">
            <a:extLst>
              <a:ext uri="{FF2B5EF4-FFF2-40B4-BE49-F238E27FC236}">
                <a16:creationId xmlns:a16="http://schemas.microsoft.com/office/drawing/2014/main" id="{0CD48EFF-5A0E-BC42-BDA2-0D38C22BBD48}"/>
              </a:ext>
            </a:extLst>
          </p:cNvPr>
          <p:cNvSpPr>
            <a:spLocks noGrp="1"/>
          </p:cNvSpPr>
          <p:nvPr>
            <p:ph type="body" sz="quarter" idx="15" hasCustomPrompt="1"/>
          </p:nvPr>
        </p:nvSpPr>
        <p:spPr>
          <a:xfrm>
            <a:off x="914970" y="466344"/>
            <a:ext cx="10362631" cy="164592"/>
          </a:xfrm>
        </p:spPr>
        <p:txBody>
          <a:bodyPr vert="horz" lIns="0" tIns="0" rIns="0" bIns="0" rtlCol="0">
            <a:noAutofit/>
          </a:bodyPr>
          <a:lstStyle>
            <a:lvl1pPr marL="0" indent="0">
              <a:buNone/>
              <a:defRPr lang="en-US" sz="900" b="1" kern="0" cap="all" spc="250" baseline="0" dirty="0">
                <a:solidFill>
                  <a:schemeClr val="accent1"/>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395659733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Title, subhead">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09D2F-E345-6040-9408-A642F236AC9B}"/>
              </a:ext>
            </a:extLst>
          </p:cNvPr>
          <p:cNvSpPr>
            <a:spLocks noGrp="1"/>
          </p:cNvSpPr>
          <p:nvPr>
            <p:ph type="title"/>
          </p:nvPr>
        </p:nvSpPr>
        <p:spPr bwMode="gray">
          <a:xfrm>
            <a:off x="457200" y="434975"/>
            <a:ext cx="11277599" cy="453696"/>
          </a:xfrm>
          <a:prstGeom prst="rect">
            <a:avLst/>
          </a:prstGeom>
        </p:spPr>
        <p:txBody>
          <a:bodyPr vert="horz" lIns="0" tIns="0" rIns="0" bIns="0" rtlCol="0" anchor="t" anchorCtr="0">
            <a:noAutofit/>
          </a:bodyPr>
          <a:lstStyle>
            <a:lvl1pPr>
              <a:defRPr sz="2800">
                <a:latin typeface="+mj-lt"/>
              </a:defRPr>
            </a:lvl1pPr>
          </a:lstStyle>
          <a:p>
            <a:r>
              <a:rPr lang="en-US" noProof="0"/>
              <a:t>Click to edit Master title style</a:t>
            </a:r>
          </a:p>
        </p:txBody>
      </p:sp>
      <p:sp>
        <p:nvSpPr>
          <p:cNvPr id="3" name="Text Placeholder 8">
            <a:extLst>
              <a:ext uri="{FF2B5EF4-FFF2-40B4-BE49-F238E27FC236}">
                <a16:creationId xmlns:a16="http://schemas.microsoft.com/office/drawing/2014/main" id="{61ECAAFF-8F4D-1041-9BD6-F01200012957}"/>
              </a:ext>
            </a:extLst>
          </p:cNvPr>
          <p:cNvSpPr>
            <a:spLocks noGrp="1"/>
          </p:cNvSpPr>
          <p:nvPr>
            <p:ph type="body" sz="quarter" idx="13" hasCustomPrompt="1"/>
          </p:nvPr>
        </p:nvSpPr>
        <p:spPr>
          <a:xfrm>
            <a:off x="458791" y="985838"/>
            <a:ext cx="11275995" cy="397805"/>
          </a:xfrm>
          <a:prstGeom prst="rect">
            <a:avLst/>
          </a:prstGeom>
        </p:spPr>
        <p:txBody>
          <a:bodyPr lIns="0" tIns="0" rIns="0" bIns="0">
            <a:noAutofit/>
          </a:bodyPr>
          <a:lstStyle>
            <a:lvl1pPr marL="0" indent="0">
              <a:spcAft>
                <a:spcPts val="600"/>
              </a:spcAft>
              <a:buNone/>
              <a:defRPr sz="1400" b="0">
                <a:solidFill>
                  <a:schemeClr val="accent6"/>
                </a:solidFill>
                <a:latin typeface="+mn-lt"/>
              </a:defRPr>
            </a:lvl1pPr>
          </a:lstStyle>
          <a:p>
            <a:pPr lvl="0"/>
            <a:r>
              <a:rPr lang="en-US" noProof="0"/>
              <a:t>Click to add subtitle</a:t>
            </a:r>
          </a:p>
        </p:txBody>
      </p:sp>
    </p:spTree>
    <p:extLst>
      <p:ext uri="{BB962C8B-B14F-4D97-AF65-F5344CB8AC3E}">
        <p14:creationId xmlns:p14="http://schemas.microsoft.com/office/powerpoint/2010/main" val="289190618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End slide">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0F2A364F-23E5-9444-B939-C8CE505706BC}"/>
              </a:ext>
            </a:extLst>
          </p:cNvPr>
          <p:cNvCxnSpPr/>
          <p:nvPr/>
        </p:nvCxnSpPr>
        <p:spPr>
          <a:xfrm>
            <a:off x="8370888"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F16EC8C-3BBC-A348-A302-E66B0671B364}"/>
              </a:ext>
            </a:extLst>
          </p:cNvPr>
          <p:cNvGrpSpPr>
            <a:grpSpLocks noChangeAspect="1"/>
          </p:cNvGrpSpPr>
          <p:nvPr/>
        </p:nvGrpSpPr>
        <p:grpSpPr>
          <a:xfrm>
            <a:off x="671477" y="673225"/>
            <a:ext cx="1998000" cy="374400"/>
            <a:chOff x="398463" y="404813"/>
            <a:chExt cx="1627187" cy="307976"/>
          </a:xfrm>
          <a:solidFill>
            <a:schemeClr val="bg1"/>
          </a:solidFill>
        </p:grpSpPr>
        <p:sp>
          <p:nvSpPr>
            <p:cNvPr id="3" name="Oval 5">
              <a:extLst>
                <a:ext uri="{FF2B5EF4-FFF2-40B4-BE49-F238E27FC236}">
                  <a16:creationId xmlns:a16="http://schemas.microsoft.com/office/drawing/2014/main" id="{2EFFDFB9-0631-B248-954F-A27A2EFC1773}"/>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4" name="Freeform 6">
              <a:extLst>
                <a:ext uri="{FF2B5EF4-FFF2-40B4-BE49-F238E27FC236}">
                  <a16:creationId xmlns:a16="http://schemas.microsoft.com/office/drawing/2014/main" id="{70E93807-5E0C-564C-BCAC-BB5E726B6FE1}"/>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5" name="Rectangle 7">
              <a:extLst>
                <a:ext uri="{FF2B5EF4-FFF2-40B4-BE49-F238E27FC236}">
                  <a16:creationId xmlns:a16="http://schemas.microsoft.com/office/drawing/2014/main" id="{6CF9DB23-D584-6E47-895F-2B009E1733C7}"/>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6" name="Freeform 8">
              <a:extLst>
                <a:ext uri="{FF2B5EF4-FFF2-40B4-BE49-F238E27FC236}">
                  <a16:creationId xmlns:a16="http://schemas.microsoft.com/office/drawing/2014/main" id="{11EF2EA0-EBED-3B4C-876D-84C9BA175C6D}"/>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7" name="Rectangle 9">
              <a:extLst>
                <a:ext uri="{FF2B5EF4-FFF2-40B4-BE49-F238E27FC236}">
                  <a16:creationId xmlns:a16="http://schemas.microsoft.com/office/drawing/2014/main" id="{761FB7C8-BFE1-114C-B7C0-4CCF4E036E54}"/>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8" name="Rectangle 10">
              <a:extLst>
                <a:ext uri="{FF2B5EF4-FFF2-40B4-BE49-F238E27FC236}">
                  <a16:creationId xmlns:a16="http://schemas.microsoft.com/office/drawing/2014/main" id="{74DEEF77-C2E9-D64F-908A-0F387D157EDD}"/>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9" name="Freeform 11">
              <a:extLst>
                <a:ext uri="{FF2B5EF4-FFF2-40B4-BE49-F238E27FC236}">
                  <a16:creationId xmlns:a16="http://schemas.microsoft.com/office/drawing/2014/main" id="{993738F0-D8C3-8D46-A182-6BE3F7FDD49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0" name="Freeform 12">
              <a:extLst>
                <a:ext uri="{FF2B5EF4-FFF2-40B4-BE49-F238E27FC236}">
                  <a16:creationId xmlns:a16="http://schemas.microsoft.com/office/drawing/2014/main" id="{F02165C4-031F-0F4A-9A8A-F563B5F705EB}"/>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1" name="Freeform 13">
              <a:extLst>
                <a:ext uri="{FF2B5EF4-FFF2-40B4-BE49-F238E27FC236}">
                  <a16:creationId xmlns:a16="http://schemas.microsoft.com/office/drawing/2014/main" id="{C1CB06AD-5036-CB45-AE1B-18C356758A1B}"/>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12" name="Freeform 14">
              <a:extLst>
                <a:ext uri="{FF2B5EF4-FFF2-40B4-BE49-F238E27FC236}">
                  <a16:creationId xmlns:a16="http://schemas.microsoft.com/office/drawing/2014/main" id="{C3439BA9-40AF-C747-8153-88BE76274CDC}"/>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grpSp>
      <p:sp>
        <p:nvSpPr>
          <p:cNvPr id="13" name="USOC_Text2">
            <a:extLst>
              <a:ext uri="{FF2B5EF4-FFF2-40B4-BE49-F238E27FC236}">
                <a16:creationId xmlns:a16="http://schemas.microsoft.com/office/drawing/2014/main" id="{76EACCBC-CE7F-614B-B910-C3E50F08AC05}"/>
              </a:ext>
            </a:extLst>
          </p:cNvPr>
          <p:cNvSpPr txBox="1">
            <a:spLocks/>
          </p:cNvSpPr>
          <p:nvPr/>
        </p:nvSpPr>
        <p:spPr bwMode="gray">
          <a:xfrm>
            <a:off x="671477" y="3429000"/>
            <a:ext cx="2724150" cy="2568575"/>
          </a:xfrm>
          <a:prstGeom prst="rect">
            <a:avLst/>
          </a:prstGeom>
        </p:spPr>
        <p:txBody>
          <a:bodyPr lIns="0" rIns="0" anchor="b"/>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bg1"/>
                </a:solidFill>
                <a:ea typeface="Open Sans" panose="020B0606030504020204" pitchFamily="34" charset="0"/>
                <a:cs typeface="Open Sans" panose="020B0606030504020204" pitchFamily="34" charset="0"/>
              </a:rPr>
              <a:t>ABOUT DELOITTE</a:t>
            </a:r>
            <a:endParaRPr lang="en-US" sz="800">
              <a:solidFill>
                <a:schemeClr val="bg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bg1"/>
                </a:solidFill>
                <a:ea typeface="Open Sans" panose="020B0606030504020204" pitchFamily="34" charset="0"/>
                <a:cs typeface="Open Sans" panose="020B060603050402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bg1"/>
                </a:solidFill>
                <a:ea typeface="Open Sans" panose="020B0606030504020204" pitchFamily="34" charset="0"/>
                <a:cs typeface="Open Sans" panose="020B0606030504020204" pitchFamily="34" charset="0"/>
                <a:hlinkClick r:id="rId2">
                  <a:extLst>
                    <a:ext uri="{A12FA001-AC4F-418D-AE19-62706E023703}">
                      <ahyp:hlinkClr xmlns:ahyp="http://schemas.microsoft.com/office/drawing/2018/hyperlinkcolor" val="tx"/>
                    </a:ext>
                  </a:extLst>
                </a:hlinkClick>
              </a:rPr>
              <a:t>www.deloitte.com/about</a:t>
            </a:r>
            <a:r>
              <a:rPr lang="en-US" sz="800">
                <a:solidFill>
                  <a:schemeClr val="bg1"/>
                </a:solidFill>
                <a:ea typeface="Open Sans" panose="020B0606030504020204" pitchFamily="34" charset="0"/>
                <a:cs typeface="Open Sans" panose="020B0606030504020204" pitchFamily="34" charset="0"/>
              </a:rPr>
              <a:t> to learn more about our global network of member firms.</a:t>
            </a:r>
            <a:br>
              <a:rPr lang="en-US" sz="800">
                <a:solidFill>
                  <a:schemeClr val="bg1"/>
                </a:solidFill>
                <a:ea typeface="Open Sans" panose="020B0606030504020204" pitchFamily="34" charset="0"/>
                <a:cs typeface="Open Sans" panose="020B0606030504020204" pitchFamily="34" charset="0"/>
              </a:rPr>
            </a:br>
            <a:br>
              <a:rPr lang="en-US" sz="800">
                <a:solidFill>
                  <a:schemeClr val="bg1"/>
                </a:solidFill>
                <a:ea typeface="Open Sans" panose="020B0606030504020204" pitchFamily="34" charset="0"/>
                <a:cs typeface="Open Sans" panose="020B0606030504020204" pitchFamily="34" charset="0"/>
              </a:rPr>
            </a:br>
            <a:r>
              <a:rPr lang="en-US" sz="800">
                <a:solidFill>
                  <a:schemeClr val="bg1"/>
                </a:solidFill>
                <a:ea typeface="Open Sans" panose="020B0606030504020204" pitchFamily="34" charset="0"/>
                <a:cs typeface="Open Sans" panose="020B0606030504020204" pitchFamily="34" charset="0"/>
              </a:rPr>
              <a:t>Copyright © 2023 Deloitte Development LLC. </a:t>
            </a:r>
            <a:br>
              <a:rPr lang="en-US" sz="800">
                <a:solidFill>
                  <a:schemeClr val="bg1"/>
                </a:solidFill>
                <a:ea typeface="Open Sans" panose="020B0606030504020204" pitchFamily="34" charset="0"/>
                <a:cs typeface="Open Sans" panose="020B0606030504020204" pitchFamily="34" charset="0"/>
              </a:rPr>
            </a:br>
            <a:r>
              <a:rPr lang="en-US" sz="800">
                <a:solidFill>
                  <a:schemeClr val="bg1"/>
                </a:solidFill>
                <a:ea typeface="Open Sans" panose="020B0606030504020204" pitchFamily="34" charset="0"/>
                <a:cs typeface="Open Sans" panose="020B0606030504020204" pitchFamily="34" charset="0"/>
              </a:rPr>
              <a:t>All rights reserved.</a:t>
            </a:r>
          </a:p>
        </p:txBody>
      </p:sp>
      <p:pic>
        <p:nvPicPr>
          <p:cNvPr id="16" name="Picture 15">
            <a:extLst>
              <a:ext uri="{FF2B5EF4-FFF2-40B4-BE49-F238E27FC236}">
                <a16:creationId xmlns:a16="http://schemas.microsoft.com/office/drawing/2014/main" id="{BFE389E6-9DC2-47E0-B380-B3A28BCB5CF7}"/>
              </a:ext>
            </a:extLst>
          </p:cNvPr>
          <p:cNvPicPr>
            <a:picLocks noChangeAspect="1"/>
          </p:cNvPicPr>
          <p:nvPr userDrawn="1"/>
        </p:nvPicPr>
        <p:blipFill>
          <a:blip r:embed="rId3"/>
          <a:stretch>
            <a:fillRect/>
          </a:stretch>
        </p:blipFill>
        <p:spPr>
          <a:xfrm>
            <a:off x="-64853" y="0"/>
            <a:ext cx="12256853" cy="6858000"/>
          </a:xfrm>
          <a:prstGeom prst="rect">
            <a:avLst/>
          </a:prstGeom>
        </p:spPr>
      </p:pic>
      <p:grpSp>
        <p:nvGrpSpPr>
          <p:cNvPr id="18" name="Group 17">
            <a:extLst>
              <a:ext uri="{FF2B5EF4-FFF2-40B4-BE49-F238E27FC236}">
                <a16:creationId xmlns:a16="http://schemas.microsoft.com/office/drawing/2014/main" id="{43757051-2DCB-414D-ABBF-51FE5F197B8C}"/>
              </a:ext>
            </a:extLst>
          </p:cNvPr>
          <p:cNvGrpSpPr>
            <a:grpSpLocks noChangeAspect="1"/>
          </p:cNvGrpSpPr>
          <p:nvPr userDrawn="1"/>
        </p:nvGrpSpPr>
        <p:grpSpPr>
          <a:xfrm>
            <a:off x="592929" y="480961"/>
            <a:ext cx="1998000" cy="374400"/>
            <a:chOff x="398463" y="404813"/>
            <a:chExt cx="1627187" cy="307976"/>
          </a:xfrm>
          <a:solidFill>
            <a:schemeClr val="bg1"/>
          </a:solidFill>
        </p:grpSpPr>
        <p:sp>
          <p:nvSpPr>
            <p:cNvPr id="19" name="Oval 5">
              <a:extLst>
                <a:ext uri="{FF2B5EF4-FFF2-40B4-BE49-F238E27FC236}">
                  <a16:creationId xmlns:a16="http://schemas.microsoft.com/office/drawing/2014/main" id="{6AE193E9-B9C6-409D-B0DB-7F30C8A4CD69}"/>
                </a:ext>
              </a:extLst>
            </p:cNvPr>
            <p:cNvSpPr>
              <a:spLocks noChangeArrowheads="1"/>
            </p:cNvSpPr>
            <p:nvPr/>
          </p:nvSpPr>
          <p:spPr bwMode="auto">
            <a:xfrm>
              <a:off x="1938338" y="625476"/>
              <a:ext cx="87312" cy="87313"/>
            </a:xfrm>
            <a:prstGeom prst="ellipse">
              <a:avLst/>
            </a:prstGeom>
            <a:solidFill>
              <a:schemeClr val="accent1"/>
            </a:solid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0" name="Freeform 6">
              <a:extLst>
                <a:ext uri="{FF2B5EF4-FFF2-40B4-BE49-F238E27FC236}">
                  <a16:creationId xmlns:a16="http://schemas.microsoft.com/office/drawing/2014/main" id="{6918B555-26E1-4DD6-A510-61C898A50A6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1" name="Rectangle 7">
              <a:extLst>
                <a:ext uri="{FF2B5EF4-FFF2-40B4-BE49-F238E27FC236}">
                  <a16:creationId xmlns:a16="http://schemas.microsoft.com/office/drawing/2014/main" id="{9E93E339-8D38-408D-AC0A-F5F7E1E0E381}"/>
                </a:ext>
              </a:extLst>
            </p:cNvPr>
            <p:cNvSpPr>
              <a:spLocks noChangeArrowheads="1"/>
            </p:cNvSpPr>
            <p:nvPr/>
          </p:nvSpPr>
          <p:spPr bwMode="auto">
            <a:xfrm>
              <a:off x="906463" y="404813"/>
              <a:ext cx="74612" cy="303213"/>
            </a:xfrm>
            <a:prstGeom prst="rect">
              <a:avLst/>
            </a:pr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2" name="Freeform 8">
              <a:extLst>
                <a:ext uri="{FF2B5EF4-FFF2-40B4-BE49-F238E27FC236}">
                  <a16:creationId xmlns:a16="http://schemas.microsoft.com/office/drawing/2014/main" id="{A15F3A11-5963-4816-95AE-95E3B39D594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3" name="Rectangle 9">
              <a:extLst>
                <a:ext uri="{FF2B5EF4-FFF2-40B4-BE49-F238E27FC236}">
                  <a16:creationId xmlns:a16="http://schemas.microsoft.com/office/drawing/2014/main" id="{786139BC-2DAB-4998-8C14-FE798FE401C4}"/>
                </a:ext>
              </a:extLst>
            </p:cNvPr>
            <p:cNvSpPr>
              <a:spLocks noChangeArrowheads="1"/>
            </p:cNvSpPr>
            <p:nvPr/>
          </p:nvSpPr>
          <p:spPr bwMode="auto">
            <a:xfrm>
              <a:off x="1257300" y="482601"/>
              <a:ext cx="74612" cy="225425"/>
            </a:xfrm>
            <a:prstGeom prst="rect">
              <a:avLst/>
            </a:pr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4" name="Rectangle 10">
              <a:extLst>
                <a:ext uri="{FF2B5EF4-FFF2-40B4-BE49-F238E27FC236}">
                  <a16:creationId xmlns:a16="http://schemas.microsoft.com/office/drawing/2014/main" id="{CAFFD4C8-DA0B-4D4F-BC02-5F46FB23D5D8}"/>
                </a:ext>
              </a:extLst>
            </p:cNvPr>
            <p:cNvSpPr>
              <a:spLocks noChangeArrowheads="1"/>
            </p:cNvSpPr>
            <p:nvPr/>
          </p:nvSpPr>
          <p:spPr bwMode="auto">
            <a:xfrm>
              <a:off x="1257300" y="404813"/>
              <a:ext cx="74612" cy="50800"/>
            </a:xfrm>
            <a:prstGeom prst="rect">
              <a:avLst/>
            </a:pr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5" name="Freeform 11">
              <a:extLst>
                <a:ext uri="{FF2B5EF4-FFF2-40B4-BE49-F238E27FC236}">
                  <a16:creationId xmlns:a16="http://schemas.microsoft.com/office/drawing/2014/main" id="{FD846D9A-724F-4B24-A639-20E5A447B826}"/>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6" name="Freeform 12">
              <a:extLst>
                <a:ext uri="{FF2B5EF4-FFF2-40B4-BE49-F238E27FC236}">
                  <a16:creationId xmlns:a16="http://schemas.microsoft.com/office/drawing/2014/main" id="{B4D1D1BE-004F-4B8C-9138-00397F3539C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7" name="Freeform 13">
              <a:extLst>
                <a:ext uri="{FF2B5EF4-FFF2-40B4-BE49-F238E27FC236}">
                  <a16:creationId xmlns:a16="http://schemas.microsoft.com/office/drawing/2014/main" id="{53A26387-FBC9-420D-A298-4FB801569231}"/>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sp>
          <p:nvSpPr>
            <p:cNvPr id="28" name="Freeform 14">
              <a:extLst>
                <a:ext uri="{FF2B5EF4-FFF2-40B4-BE49-F238E27FC236}">
                  <a16:creationId xmlns:a16="http://schemas.microsoft.com/office/drawing/2014/main" id="{512F04F2-1008-42DC-8E2D-4896A33EE1AC}"/>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p:spPr>
          <p:txBody>
            <a:bodyPr/>
            <a:lstStyle/>
            <a:p>
              <a:pPr defTabSz="1219170" eaLnBrk="1" fontAlgn="auto" hangingPunct="1">
                <a:spcBef>
                  <a:spcPts val="0"/>
                </a:spcBef>
                <a:spcAft>
                  <a:spcPts val="0"/>
                </a:spcAft>
                <a:defRPr/>
              </a:pPr>
              <a:endParaRPr lang="en-GB" sz="2600">
                <a:solidFill>
                  <a:schemeClr val="bg1"/>
                </a:solidFill>
                <a:latin typeface="+mn-lt"/>
              </a:endParaRPr>
            </a:p>
          </p:txBody>
        </p:sp>
      </p:grpSp>
      <p:sp>
        <p:nvSpPr>
          <p:cNvPr id="29" name="USOC_Text2">
            <a:extLst>
              <a:ext uri="{FF2B5EF4-FFF2-40B4-BE49-F238E27FC236}">
                <a16:creationId xmlns:a16="http://schemas.microsoft.com/office/drawing/2014/main" id="{7EB5316C-05B9-4DD7-A8EE-3715F9E6D0F8}"/>
              </a:ext>
            </a:extLst>
          </p:cNvPr>
          <p:cNvSpPr txBox="1">
            <a:spLocks/>
          </p:cNvSpPr>
          <p:nvPr userDrawn="1"/>
        </p:nvSpPr>
        <p:spPr bwMode="gray">
          <a:xfrm>
            <a:off x="592929" y="3581400"/>
            <a:ext cx="2724150" cy="2568575"/>
          </a:xfrm>
          <a:prstGeom prst="rect">
            <a:avLst/>
          </a:prstGeom>
        </p:spPr>
        <p:txBody>
          <a:bodyPr lIns="0" rIns="0" anchor="b"/>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bg1"/>
                </a:solidFill>
                <a:ea typeface="Open Sans" panose="020B0606030504020204" pitchFamily="34" charset="0"/>
                <a:cs typeface="Open Sans" panose="020B0606030504020204" pitchFamily="34" charset="0"/>
              </a:rPr>
              <a:t>ABOUT DELOITTE</a:t>
            </a:r>
            <a:endParaRPr lang="en-US" sz="800">
              <a:solidFill>
                <a:schemeClr val="bg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bg1"/>
                </a:solidFill>
                <a:ea typeface="Open Sans" panose="020B0606030504020204" pitchFamily="34" charset="0"/>
                <a:cs typeface="Open Sans" panose="020B060603050402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bg1"/>
                </a:solidFill>
                <a:ea typeface="Open Sans" panose="020B0606030504020204" pitchFamily="34" charset="0"/>
                <a:cs typeface="Open Sans" panose="020B0606030504020204" pitchFamily="34" charset="0"/>
                <a:hlinkClick r:id="rId2">
                  <a:extLst>
                    <a:ext uri="{A12FA001-AC4F-418D-AE19-62706E023703}">
                      <ahyp:hlinkClr xmlns:ahyp="http://schemas.microsoft.com/office/drawing/2018/hyperlinkcolor" val="tx"/>
                    </a:ext>
                  </a:extLst>
                </a:hlinkClick>
              </a:rPr>
              <a:t>www.deloitte.com/about</a:t>
            </a:r>
            <a:r>
              <a:rPr lang="en-US" sz="800">
                <a:solidFill>
                  <a:schemeClr val="bg1"/>
                </a:solidFill>
                <a:ea typeface="Open Sans" panose="020B0606030504020204" pitchFamily="34" charset="0"/>
                <a:cs typeface="Open Sans" panose="020B0606030504020204" pitchFamily="34" charset="0"/>
              </a:rPr>
              <a:t> to learn more about our global network of member firms.</a:t>
            </a:r>
            <a:br>
              <a:rPr lang="en-US" sz="800">
                <a:solidFill>
                  <a:schemeClr val="bg1"/>
                </a:solidFill>
                <a:ea typeface="Open Sans" panose="020B0606030504020204" pitchFamily="34" charset="0"/>
                <a:cs typeface="Open Sans" panose="020B0606030504020204" pitchFamily="34" charset="0"/>
              </a:rPr>
            </a:br>
            <a:br>
              <a:rPr lang="en-US" sz="800">
                <a:solidFill>
                  <a:schemeClr val="bg1"/>
                </a:solidFill>
                <a:ea typeface="Open Sans" panose="020B0606030504020204" pitchFamily="34" charset="0"/>
                <a:cs typeface="Open Sans" panose="020B0606030504020204" pitchFamily="34" charset="0"/>
              </a:rPr>
            </a:br>
            <a:r>
              <a:rPr lang="en-US" sz="800">
                <a:solidFill>
                  <a:schemeClr val="bg1"/>
                </a:solidFill>
                <a:ea typeface="Open Sans" panose="020B0606030504020204" pitchFamily="34" charset="0"/>
                <a:cs typeface="Open Sans" panose="020B0606030504020204" pitchFamily="34" charset="0"/>
              </a:rPr>
              <a:t>Copyright © 2023 Deloitte Development LLC. </a:t>
            </a:r>
            <a:br>
              <a:rPr lang="en-US" sz="800">
                <a:solidFill>
                  <a:schemeClr val="bg1"/>
                </a:solidFill>
                <a:ea typeface="Open Sans" panose="020B0606030504020204" pitchFamily="34" charset="0"/>
                <a:cs typeface="Open Sans" panose="020B0606030504020204" pitchFamily="34" charset="0"/>
              </a:rPr>
            </a:br>
            <a:r>
              <a:rPr lang="en-US" sz="800">
                <a:solidFill>
                  <a:schemeClr val="bg1"/>
                </a:solidFill>
                <a:ea typeface="Open Sans" panose="020B0606030504020204" pitchFamily="34" charset="0"/>
                <a:cs typeface="Open Sans" panose="020B0606030504020204" pitchFamily="34" charset="0"/>
              </a:rPr>
              <a:t>All rights reserved.</a:t>
            </a:r>
          </a:p>
        </p:txBody>
      </p:sp>
      <p:pic>
        <p:nvPicPr>
          <p:cNvPr id="30" name="Picture 29">
            <a:extLst>
              <a:ext uri="{FF2B5EF4-FFF2-40B4-BE49-F238E27FC236}">
                <a16:creationId xmlns:a16="http://schemas.microsoft.com/office/drawing/2014/main" id="{241B19FA-5752-4F86-934C-B25D34A4721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4035575">
            <a:off x="5504033" y="287862"/>
            <a:ext cx="6065945" cy="5958870"/>
          </a:xfrm>
          <a:prstGeom prst="rect">
            <a:avLst/>
          </a:prstGeom>
        </p:spPr>
      </p:pic>
    </p:spTree>
    <p:extLst>
      <p:ext uri="{BB962C8B-B14F-4D97-AF65-F5344CB8AC3E}">
        <p14:creationId xmlns:p14="http://schemas.microsoft.com/office/powerpoint/2010/main" val="26117709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1">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24957"/>
            <a:ext cx="11252200" cy="648282"/>
          </a:xfrm>
          <a:prstGeom prst="rect">
            <a:avLst/>
          </a:prstGeom>
        </p:spPr>
        <p:txBody>
          <a:bodyPr vert="horz" lIns="0" tIns="0" rIns="0" bIns="0" rtlCol="0" anchor="t" anchorCtr="0">
            <a:noAutofit/>
          </a:bodyPr>
          <a:lstStyle>
            <a:lvl1pPr>
              <a:defRPr sz="2400"/>
            </a:lvl1pPr>
          </a:lstStyle>
          <a:p>
            <a:r>
              <a:rPr lang="en-US" noProof="0"/>
              <a:t>Click to edit Master title style</a:t>
            </a:r>
          </a:p>
        </p:txBody>
      </p:sp>
    </p:spTree>
    <p:extLst>
      <p:ext uri="{BB962C8B-B14F-4D97-AF65-F5344CB8AC3E}">
        <p14:creationId xmlns:p14="http://schemas.microsoft.com/office/powerpoint/2010/main" val="420748282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359187582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275473748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AA5A4A9-1490-4EEA-800C-7E1E1FB9D074}"/>
              </a:ext>
            </a:extLst>
          </p:cNvPr>
          <p:cNvGrpSpPr/>
          <p:nvPr userDrawn="1"/>
        </p:nvGrpSpPr>
        <p:grpSpPr>
          <a:xfrm>
            <a:off x="0" y="0"/>
            <a:ext cx="12216631" cy="6871856"/>
            <a:chOff x="0" y="0"/>
            <a:chExt cx="12216631" cy="6871856"/>
          </a:xfrm>
        </p:grpSpPr>
        <p:pic>
          <p:nvPicPr>
            <p:cNvPr id="3" name="Picture 2">
              <a:extLst>
                <a:ext uri="{FF2B5EF4-FFF2-40B4-BE49-F238E27FC236}">
                  <a16:creationId xmlns:a16="http://schemas.microsoft.com/office/drawing/2014/main" id="{9D3E9A80-72C2-4F06-AA3E-0E718462B9BD}"/>
                </a:ext>
              </a:extLst>
            </p:cNvPr>
            <p:cNvPicPr>
              <a:picLocks noChangeAspect="1"/>
            </p:cNvPicPr>
            <p:nvPr userDrawn="1"/>
          </p:nvPicPr>
          <p:blipFill>
            <a:blip r:embed="rId2"/>
            <a:srcRect/>
            <a:stretch/>
          </p:blipFill>
          <p:spPr>
            <a:xfrm>
              <a:off x="0" y="0"/>
              <a:ext cx="12216631" cy="6871856"/>
            </a:xfrm>
            <a:prstGeom prst="rect">
              <a:avLst/>
            </a:prstGeom>
          </p:spPr>
        </p:pic>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2182040" y="591921"/>
              <a:ext cx="97610" cy="9804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460541" y="345920"/>
              <a:ext cx="276860" cy="338696"/>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1028458" y="344137"/>
              <a:ext cx="83412" cy="340480"/>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145591" y="427920"/>
              <a:ext cx="241365" cy="260261"/>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420675" y="431486"/>
              <a:ext cx="83412" cy="253131"/>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420675" y="344137"/>
              <a:ext cx="83412" cy="5704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537808" y="351267"/>
              <a:ext cx="177474" cy="33691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731256" y="351267"/>
              <a:ext cx="177474" cy="33691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926477" y="427920"/>
              <a:ext cx="236040" cy="260261"/>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762247" y="427920"/>
              <a:ext cx="234266" cy="260261"/>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275641399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28990"/>
            <a:ext cx="11277600" cy="246221"/>
          </a:xfrm>
          <a:prstGeom prst="rect">
            <a:avLst/>
          </a:prstGeom>
        </p:spPr>
        <p:txBody>
          <a:bodyPr lIns="0" tIns="0" rIns="0" bIns="0">
            <a:spAutoFit/>
          </a:bodyPr>
          <a:lstStyle>
            <a:lvl1pPr marL="0" indent="0">
              <a:spcBef>
                <a:spcPts val="0"/>
              </a:spcBef>
              <a:spcAft>
                <a:spcPts val="0"/>
              </a:spcAft>
              <a:buNone/>
              <a:defRPr sz="16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30887"/>
          </a:xfrm>
          <a:prstGeom prst="rect">
            <a:avLst/>
          </a:prstGeom>
        </p:spPr>
        <p:txBody>
          <a:bodyPr vert="horz" lIns="0" tIns="0" rIns="0" bIns="0" rtlCol="0" anchor="t" anchorCtr="0">
            <a:spAutoFit/>
          </a:bodyPr>
          <a:lstStyle>
            <a:lvl1pPr>
              <a:spcBef>
                <a:spcPts val="0"/>
              </a:spcBef>
              <a:spcAft>
                <a:spcPts val="0"/>
              </a:spcAft>
              <a:defRPr sz="2800">
                <a:latin typeface="+mj-lt"/>
              </a:defRPr>
            </a:lvl1pPr>
          </a:lstStyle>
          <a:p>
            <a:r>
              <a:rPr lang="en-US"/>
              <a:t>Click to add title</a:t>
            </a:r>
          </a:p>
        </p:txBody>
      </p:sp>
    </p:spTree>
    <p:extLst>
      <p:ext uri="{BB962C8B-B14F-4D97-AF65-F5344CB8AC3E}">
        <p14:creationId xmlns:p14="http://schemas.microsoft.com/office/powerpoint/2010/main" val="2771870443"/>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amp; subtitle_Breadcrumb">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828990"/>
            <a:ext cx="11277600" cy="246221"/>
          </a:xfrm>
          <a:prstGeom prst="rect">
            <a:avLst/>
          </a:prstGeom>
        </p:spPr>
        <p:txBody>
          <a:bodyPr lIns="0" tIns="0" rIns="0" bIns="0">
            <a:spAutoFit/>
          </a:bodyPr>
          <a:lstStyle>
            <a:lvl1pPr marL="0" indent="0">
              <a:spcBef>
                <a:spcPts val="0"/>
              </a:spcBef>
              <a:spcAft>
                <a:spcPts val="0"/>
              </a:spcAft>
              <a:buNone/>
              <a:defRPr sz="16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30887"/>
          </a:xfrm>
          <a:prstGeom prst="rect">
            <a:avLst/>
          </a:prstGeom>
        </p:spPr>
        <p:txBody>
          <a:bodyPr vert="horz" lIns="0" tIns="0" rIns="0" bIns="0" rtlCol="0" anchor="t" anchorCtr="0">
            <a:spAutoFit/>
          </a:bodyPr>
          <a:lstStyle>
            <a:lvl1pPr>
              <a:spcBef>
                <a:spcPts val="0"/>
              </a:spcBef>
              <a:spcAft>
                <a:spcPts val="0"/>
              </a:spcAft>
              <a:defRPr sz="2800">
                <a:latin typeface="+mj-lt"/>
              </a:defRPr>
            </a:lvl1pPr>
          </a:lstStyle>
          <a:p>
            <a:r>
              <a:rPr lang="en-US"/>
              <a:t>Click to add title</a:t>
            </a:r>
          </a:p>
        </p:txBody>
      </p:sp>
      <p:sp>
        <p:nvSpPr>
          <p:cNvPr id="4" name="Text Placeholder 8">
            <a:extLst>
              <a:ext uri="{FF2B5EF4-FFF2-40B4-BE49-F238E27FC236}">
                <a16:creationId xmlns:a16="http://schemas.microsoft.com/office/drawing/2014/main" id="{DEDEB1BB-9BF2-4831-BADB-178F2C1B618D}"/>
              </a:ext>
            </a:extLst>
          </p:cNvPr>
          <p:cNvSpPr>
            <a:spLocks noGrp="1"/>
          </p:cNvSpPr>
          <p:nvPr>
            <p:ph type="body" sz="quarter" idx="23" hasCustomPrompt="1"/>
          </p:nvPr>
        </p:nvSpPr>
        <p:spPr>
          <a:xfrm>
            <a:off x="463295" y="222881"/>
            <a:ext cx="11277600" cy="123111"/>
          </a:xfrm>
          <a:prstGeom prst="rect">
            <a:avLst/>
          </a:prstGeom>
        </p:spPr>
        <p:txBody>
          <a:bodyPr lIns="0" tIns="0" rIns="0" bIns="0">
            <a:spAutoFit/>
          </a:bodyPr>
          <a:lstStyle>
            <a:lvl1pPr marL="0" indent="0">
              <a:spcBef>
                <a:spcPts val="0"/>
              </a:spcBef>
              <a:spcAft>
                <a:spcPts val="0"/>
              </a:spcAft>
              <a:buNone/>
              <a:defRPr sz="800" b="0">
                <a:solidFill>
                  <a:srgbClr val="97999B"/>
                </a:solidFill>
              </a:defRPr>
            </a:lvl1pPr>
          </a:lstStyle>
          <a:p>
            <a:pPr lvl="0"/>
            <a:r>
              <a:rPr lang="en-US"/>
              <a:t>CLICK TO ADD SUBTITLE</a:t>
            </a:r>
          </a:p>
        </p:txBody>
      </p:sp>
    </p:spTree>
    <p:extLst>
      <p:ext uri="{BB962C8B-B14F-4D97-AF65-F5344CB8AC3E}">
        <p14:creationId xmlns:p14="http://schemas.microsoft.com/office/powerpoint/2010/main" val="133825517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itle_Breadcrumb">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30887"/>
          </a:xfrm>
          <a:prstGeom prst="rect">
            <a:avLst/>
          </a:prstGeom>
        </p:spPr>
        <p:txBody>
          <a:bodyPr vert="horz" lIns="0" tIns="0" rIns="0" bIns="0" rtlCol="0" anchor="t" anchorCtr="0">
            <a:spAutoFit/>
          </a:bodyPr>
          <a:lstStyle>
            <a:lvl1pPr>
              <a:spcBef>
                <a:spcPts val="0"/>
              </a:spcBef>
              <a:spcAft>
                <a:spcPts val="0"/>
              </a:spcAft>
              <a:defRPr sz="2800">
                <a:latin typeface="+mj-lt"/>
              </a:defRPr>
            </a:lvl1pPr>
          </a:lstStyle>
          <a:p>
            <a:r>
              <a:rPr lang="en-US"/>
              <a:t>Click to add title</a:t>
            </a:r>
          </a:p>
        </p:txBody>
      </p:sp>
      <p:sp>
        <p:nvSpPr>
          <p:cNvPr id="4" name="Text Placeholder 8">
            <a:extLst>
              <a:ext uri="{FF2B5EF4-FFF2-40B4-BE49-F238E27FC236}">
                <a16:creationId xmlns:a16="http://schemas.microsoft.com/office/drawing/2014/main" id="{DEDEB1BB-9BF2-4831-BADB-178F2C1B618D}"/>
              </a:ext>
            </a:extLst>
          </p:cNvPr>
          <p:cNvSpPr>
            <a:spLocks noGrp="1"/>
          </p:cNvSpPr>
          <p:nvPr>
            <p:ph type="body" sz="quarter" idx="23" hasCustomPrompt="1"/>
          </p:nvPr>
        </p:nvSpPr>
        <p:spPr>
          <a:xfrm>
            <a:off x="463295" y="222881"/>
            <a:ext cx="11277600" cy="123111"/>
          </a:xfrm>
          <a:prstGeom prst="rect">
            <a:avLst/>
          </a:prstGeom>
        </p:spPr>
        <p:txBody>
          <a:bodyPr lIns="0" tIns="0" rIns="0" bIns="0">
            <a:spAutoFit/>
          </a:bodyPr>
          <a:lstStyle>
            <a:lvl1pPr marL="0" indent="0">
              <a:spcBef>
                <a:spcPts val="0"/>
              </a:spcBef>
              <a:spcAft>
                <a:spcPts val="0"/>
              </a:spcAft>
              <a:buNone/>
              <a:defRPr sz="800" b="0">
                <a:solidFill>
                  <a:srgbClr val="97999B"/>
                </a:solidFill>
              </a:defRPr>
            </a:lvl1pPr>
          </a:lstStyle>
          <a:p>
            <a:pPr lvl="0"/>
            <a:r>
              <a:rPr lang="en-US"/>
              <a:t>CLICK TO ADD SUBTITLE</a:t>
            </a:r>
          </a:p>
        </p:txBody>
      </p:sp>
    </p:spTree>
    <p:extLst>
      <p:ext uri="{BB962C8B-B14F-4D97-AF65-F5344CB8AC3E}">
        <p14:creationId xmlns:p14="http://schemas.microsoft.com/office/powerpoint/2010/main" val="79065924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345992"/>
            <a:ext cx="11277600" cy="430887"/>
          </a:xfrm>
          <a:prstGeom prst="rect">
            <a:avLst/>
          </a:prstGeom>
        </p:spPr>
        <p:txBody>
          <a:bodyPr vert="horz" lIns="0" tIns="0" rIns="0" bIns="0" rtlCol="0" anchor="t" anchorCtr="0">
            <a:spAutoFit/>
          </a:bodyPr>
          <a:lstStyle>
            <a:lvl1pPr>
              <a:defRPr sz="2800">
                <a:latin typeface="+mj-lt"/>
              </a:defRPr>
            </a:lvl1pPr>
          </a:lstStyle>
          <a:p>
            <a:r>
              <a:rPr lang="en-US"/>
              <a:t>Click to add title</a:t>
            </a:r>
          </a:p>
        </p:txBody>
      </p:sp>
    </p:spTree>
    <p:extLst>
      <p:ext uri="{BB962C8B-B14F-4D97-AF65-F5344CB8AC3E}">
        <p14:creationId xmlns:p14="http://schemas.microsoft.com/office/powerpoint/2010/main" val="3677625195"/>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4534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3" name="Picture 2" descr="A picture containing indoor&#10;&#10;Description automatically generated">
            <a:extLst>
              <a:ext uri="{FF2B5EF4-FFF2-40B4-BE49-F238E27FC236}">
                <a16:creationId xmlns:a16="http://schemas.microsoft.com/office/drawing/2014/main" id="{893E5B98-CE30-4EDC-8A24-1A26DD1CA7C2}"/>
              </a:ext>
            </a:extLst>
          </p:cNvPr>
          <p:cNvPicPr>
            <a:picLocks noChangeAspect="1"/>
          </p:cNvPicPr>
          <p:nvPr userDrawn="1"/>
        </p:nvPicPr>
        <p:blipFill rotWithShape="1">
          <a:blip r:embed="rId2"/>
          <a:srcRect t="1837" b="13722"/>
          <a:stretch/>
        </p:blipFill>
        <p:spPr>
          <a:xfrm>
            <a:off x="0" y="0"/>
            <a:ext cx="12182476" cy="6858000"/>
          </a:xfrm>
          <a:prstGeom prst="rect">
            <a:avLst/>
          </a:prstGeom>
        </p:spPr>
      </p:pic>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8006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spTree>
    <p:extLst>
      <p:ext uri="{BB962C8B-B14F-4D97-AF65-F5344CB8AC3E}">
        <p14:creationId xmlns:p14="http://schemas.microsoft.com/office/powerpoint/2010/main" val="423292653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divider">
    <p:bg>
      <p:bgPr>
        <a:gradFill>
          <a:gsLst>
            <a:gs pos="0">
              <a:schemeClr val="bg1">
                <a:lumMod val="75000"/>
              </a:schemeClr>
            </a:gs>
            <a:gs pos="100000">
              <a:schemeClr val="bg1">
                <a:lumMod val="95000"/>
              </a:schemeClr>
            </a:gs>
          </a:gsLst>
          <a:lin ang="27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572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pic>
        <p:nvPicPr>
          <p:cNvPr id="4" name="Graphic 3">
            <a:extLst>
              <a:ext uri="{FF2B5EF4-FFF2-40B4-BE49-F238E27FC236}">
                <a16:creationId xmlns:a16="http://schemas.microsoft.com/office/drawing/2014/main" id="{47FFE526-E2F5-408A-8F55-6535C4FC41B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3027" r="50000" b="10477"/>
          <a:stretch/>
        </p:blipFill>
        <p:spPr>
          <a:xfrm>
            <a:off x="7697695" y="-1"/>
            <a:ext cx="4494305" cy="6858001"/>
          </a:xfrm>
          <a:prstGeom prst="rect">
            <a:avLst/>
          </a:prstGeom>
        </p:spPr>
      </p:pic>
    </p:spTree>
    <p:extLst>
      <p:ext uri="{BB962C8B-B14F-4D97-AF65-F5344CB8AC3E}">
        <p14:creationId xmlns:p14="http://schemas.microsoft.com/office/powerpoint/2010/main" val="380183627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hank you ">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3607064"/>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_Thank you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77B59DA-78D0-4481-B2B3-C01D85FDA6B7}"/>
              </a:ext>
            </a:extLst>
          </p:cNvPr>
          <p:cNvGrpSpPr/>
          <p:nvPr userDrawn="1"/>
        </p:nvGrpSpPr>
        <p:grpSpPr>
          <a:xfrm>
            <a:off x="0" y="0"/>
            <a:ext cx="12216631" cy="6871856"/>
            <a:chOff x="0" y="0"/>
            <a:chExt cx="12216631" cy="6871856"/>
          </a:xfrm>
        </p:grpSpPr>
        <p:pic>
          <p:nvPicPr>
            <p:cNvPr id="3" name="Picture 2">
              <a:extLst>
                <a:ext uri="{FF2B5EF4-FFF2-40B4-BE49-F238E27FC236}">
                  <a16:creationId xmlns:a16="http://schemas.microsoft.com/office/drawing/2014/main" id="{39339017-3E65-4180-9641-8A57F96CBCD2}"/>
                </a:ext>
              </a:extLst>
            </p:cNvPr>
            <p:cNvPicPr>
              <a:picLocks noChangeAspect="1"/>
            </p:cNvPicPr>
            <p:nvPr userDrawn="1"/>
          </p:nvPicPr>
          <p:blipFill>
            <a:blip r:embed="rId2"/>
            <a:srcRect/>
            <a:stretch/>
          </p:blipFill>
          <p:spPr>
            <a:xfrm>
              <a:off x="0" y="0"/>
              <a:ext cx="12216631" cy="6871856"/>
            </a:xfrm>
            <a:prstGeom prst="rect">
              <a:avLst/>
            </a:prstGeom>
          </p:spPr>
        </p:pic>
        <p:sp>
          <p:nvSpPr>
            <p:cNvPr id="4" name="Oval 5">
              <a:extLst>
                <a:ext uri="{FF2B5EF4-FFF2-40B4-BE49-F238E27FC236}">
                  <a16:creationId xmlns:a16="http://schemas.microsoft.com/office/drawing/2014/main" id="{420C5E9B-F9EF-4017-931F-D9058B07C3A3}"/>
                </a:ext>
              </a:extLst>
            </p:cNvPr>
            <p:cNvSpPr>
              <a:spLocks noChangeArrowheads="1"/>
            </p:cNvSpPr>
            <p:nvPr userDrawn="1"/>
          </p:nvSpPr>
          <p:spPr bwMode="auto">
            <a:xfrm>
              <a:off x="2182040" y="591921"/>
              <a:ext cx="97610" cy="98044"/>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5" name="Freeform 6">
              <a:extLst>
                <a:ext uri="{FF2B5EF4-FFF2-40B4-BE49-F238E27FC236}">
                  <a16:creationId xmlns:a16="http://schemas.microsoft.com/office/drawing/2014/main" id="{7A87801A-B9A5-49DC-A7CA-B20E49B6250B}"/>
                </a:ext>
              </a:extLst>
            </p:cNvPr>
            <p:cNvSpPr>
              <a:spLocks noEditPoints="1"/>
            </p:cNvSpPr>
            <p:nvPr userDrawn="1"/>
          </p:nvSpPr>
          <p:spPr bwMode="auto">
            <a:xfrm>
              <a:off x="460541" y="345920"/>
              <a:ext cx="276860" cy="338696"/>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6" name="Rectangle 7">
              <a:extLst>
                <a:ext uri="{FF2B5EF4-FFF2-40B4-BE49-F238E27FC236}">
                  <a16:creationId xmlns:a16="http://schemas.microsoft.com/office/drawing/2014/main" id="{1C345599-3790-41CC-AB1C-C6CA4F509E87}"/>
                </a:ext>
              </a:extLst>
            </p:cNvPr>
            <p:cNvSpPr>
              <a:spLocks noChangeArrowheads="1"/>
            </p:cNvSpPr>
            <p:nvPr userDrawn="1"/>
          </p:nvSpPr>
          <p:spPr bwMode="auto">
            <a:xfrm>
              <a:off x="1028458" y="344137"/>
              <a:ext cx="83412" cy="340480"/>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7" name="Freeform 8">
              <a:extLst>
                <a:ext uri="{FF2B5EF4-FFF2-40B4-BE49-F238E27FC236}">
                  <a16:creationId xmlns:a16="http://schemas.microsoft.com/office/drawing/2014/main" id="{A6EDCE5F-725F-4FF1-A3DB-84990F3817AF}"/>
                </a:ext>
              </a:extLst>
            </p:cNvPr>
            <p:cNvSpPr>
              <a:spLocks noEditPoints="1"/>
            </p:cNvSpPr>
            <p:nvPr userDrawn="1"/>
          </p:nvSpPr>
          <p:spPr bwMode="auto">
            <a:xfrm>
              <a:off x="1145591" y="427920"/>
              <a:ext cx="241365" cy="260261"/>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8" name="Rectangle 9">
              <a:extLst>
                <a:ext uri="{FF2B5EF4-FFF2-40B4-BE49-F238E27FC236}">
                  <a16:creationId xmlns:a16="http://schemas.microsoft.com/office/drawing/2014/main" id="{0A319DC7-CA53-434C-A4BA-4093CD95FFB4}"/>
                </a:ext>
              </a:extLst>
            </p:cNvPr>
            <p:cNvSpPr>
              <a:spLocks noChangeArrowheads="1"/>
            </p:cNvSpPr>
            <p:nvPr userDrawn="1"/>
          </p:nvSpPr>
          <p:spPr bwMode="auto">
            <a:xfrm>
              <a:off x="1420675" y="431486"/>
              <a:ext cx="83412" cy="253131"/>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9" name="Rectangle 10">
              <a:extLst>
                <a:ext uri="{FF2B5EF4-FFF2-40B4-BE49-F238E27FC236}">
                  <a16:creationId xmlns:a16="http://schemas.microsoft.com/office/drawing/2014/main" id="{6B9C222E-6D0B-4EFF-BBE4-6A9101100536}"/>
                </a:ext>
              </a:extLst>
            </p:cNvPr>
            <p:cNvSpPr>
              <a:spLocks noChangeArrowheads="1"/>
            </p:cNvSpPr>
            <p:nvPr userDrawn="1"/>
          </p:nvSpPr>
          <p:spPr bwMode="auto">
            <a:xfrm>
              <a:off x="1420675" y="344137"/>
              <a:ext cx="83412" cy="5704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0" name="Freeform 11">
              <a:extLst>
                <a:ext uri="{FF2B5EF4-FFF2-40B4-BE49-F238E27FC236}">
                  <a16:creationId xmlns:a16="http://schemas.microsoft.com/office/drawing/2014/main" id="{20EEA79B-4E1B-4B7F-9FCD-5437C34FEBF8}"/>
                </a:ext>
              </a:extLst>
            </p:cNvPr>
            <p:cNvSpPr>
              <a:spLocks/>
            </p:cNvSpPr>
            <p:nvPr userDrawn="1"/>
          </p:nvSpPr>
          <p:spPr bwMode="auto">
            <a:xfrm>
              <a:off x="1537808" y="351267"/>
              <a:ext cx="177474" cy="33691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1" name="Freeform 12">
              <a:extLst>
                <a:ext uri="{FF2B5EF4-FFF2-40B4-BE49-F238E27FC236}">
                  <a16:creationId xmlns:a16="http://schemas.microsoft.com/office/drawing/2014/main" id="{C0CA06D0-9792-4A59-978C-7867B5A5FD4B}"/>
                </a:ext>
              </a:extLst>
            </p:cNvPr>
            <p:cNvSpPr>
              <a:spLocks/>
            </p:cNvSpPr>
            <p:nvPr userDrawn="1"/>
          </p:nvSpPr>
          <p:spPr bwMode="auto">
            <a:xfrm>
              <a:off x="1731256" y="351267"/>
              <a:ext cx="177474" cy="33691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2" name="Freeform 13">
              <a:extLst>
                <a:ext uri="{FF2B5EF4-FFF2-40B4-BE49-F238E27FC236}">
                  <a16:creationId xmlns:a16="http://schemas.microsoft.com/office/drawing/2014/main" id="{FF549148-1794-4E06-A220-CDBA32A0219D}"/>
                </a:ext>
              </a:extLst>
            </p:cNvPr>
            <p:cNvSpPr>
              <a:spLocks noEditPoints="1"/>
            </p:cNvSpPr>
            <p:nvPr userDrawn="1"/>
          </p:nvSpPr>
          <p:spPr bwMode="auto">
            <a:xfrm>
              <a:off x="1926477" y="427920"/>
              <a:ext cx="236040" cy="260261"/>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3" name="Freeform 14">
              <a:extLst>
                <a:ext uri="{FF2B5EF4-FFF2-40B4-BE49-F238E27FC236}">
                  <a16:creationId xmlns:a16="http://schemas.microsoft.com/office/drawing/2014/main" id="{665DCB2D-CBF5-4252-8573-62A103DB9017}"/>
                </a:ext>
              </a:extLst>
            </p:cNvPr>
            <p:cNvSpPr>
              <a:spLocks noEditPoints="1"/>
            </p:cNvSpPr>
            <p:nvPr userDrawn="1"/>
          </p:nvSpPr>
          <p:spPr bwMode="auto">
            <a:xfrm>
              <a:off x="762247" y="427920"/>
              <a:ext cx="234266" cy="260261"/>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242112482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ags" Target="../tags/tag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ags" Target="../tags/tag2.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2.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image" Target="../media/image1.emf"/><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0"/>
            </p:custDataLst>
            <p:extLst>
              <p:ext uri="{D42A27DB-BD31-4B8C-83A1-F6EECF244321}">
                <p14:modId xmlns:p14="http://schemas.microsoft.com/office/powerpoint/2010/main" val="16689181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51" imgW="270" imgH="270" progId="TCLayout.ActiveDocument.1">
                  <p:embed/>
                </p:oleObj>
              </mc:Choice>
              <mc:Fallback>
                <p:oleObj name="think-cell Slide" r:id="rId51" imgW="270" imgH="270" progId="TCLayout.ActiveDocument.1">
                  <p:embed/>
                  <p:pic>
                    <p:nvPicPr>
                      <p:cNvPr id="4" name="Object 3" hidden="1"/>
                      <p:cNvPicPr/>
                      <p:nvPr/>
                    </p:nvPicPr>
                    <p:blipFill>
                      <a:blip r:embed="rId52"/>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382377" y="647700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a:solidFill>
                <a:schemeClr val="tx1"/>
              </a:solidFill>
            </a:endParaRPr>
          </a:p>
        </p:txBody>
      </p:sp>
    </p:spTree>
    <p:extLst>
      <p:ext uri="{BB962C8B-B14F-4D97-AF65-F5344CB8AC3E}">
        <p14:creationId xmlns:p14="http://schemas.microsoft.com/office/powerpoint/2010/main" val="1107337222"/>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 id="2147483972" r:id="rId13"/>
    <p:sldLayoutId id="2147483973" r:id="rId14"/>
    <p:sldLayoutId id="2147483974" r:id="rId15"/>
    <p:sldLayoutId id="2147483975" r:id="rId16"/>
    <p:sldLayoutId id="2147483976" r:id="rId17"/>
    <p:sldLayoutId id="2147483977" r:id="rId18"/>
    <p:sldLayoutId id="2147483978" r:id="rId19"/>
    <p:sldLayoutId id="2147483979" r:id="rId20"/>
    <p:sldLayoutId id="2147483980" r:id="rId21"/>
    <p:sldLayoutId id="2147483981" r:id="rId22"/>
    <p:sldLayoutId id="2147483982" r:id="rId23"/>
    <p:sldLayoutId id="2147483983" r:id="rId24"/>
    <p:sldLayoutId id="2147483984" r:id="rId25"/>
    <p:sldLayoutId id="2147483985" r:id="rId26"/>
    <p:sldLayoutId id="2147483986" r:id="rId27"/>
    <p:sldLayoutId id="2147483987" r:id="rId28"/>
    <p:sldLayoutId id="2147483988" r:id="rId29"/>
    <p:sldLayoutId id="2147483989" r:id="rId30"/>
    <p:sldLayoutId id="2147483990" r:id="rId31"/>
    <p:sldLayoutId id="2147483992" r:id="rId32"/>
    <p:sldLayoutId id="2147483994" r:id="rId33"/>
    <p:sldLayoutId id="2147483996" r:id="rId34"/>
    <p:sldLayoutId id="2147483997" r:id="rId35"/>
    <p:sldLayoutId id="2147483857" r:id="rId36"/>
    <p:sldLayoutId id="2147483660" r:id="rId37"/>
    <p:sldLayoutId id="2147483662" r:id="rId38"/>
    <p:sldLayoutId id="2147483663" r:id="rId39"/>
    <p:sldLayoutId id="2147483664" r:id="rId40"/>
    <p:sldLayoutId id="2147483665" r:id="rId41"/>
    <p:sldLayoutId id="2147483668" r:id="rId42"/>
    <p:sldLayoutId id="2147483669" r:id="rId43"/>
    <p:sldLayoutId id="2147483670" r:id="rId44"/>
    <p:sldLayoutId id="2147483672" r:id="rId45"/>
    <p:sldLayoutId id="2147483673" r:id="rId46"/>
    <p:sldLayoutId id="2147483674" r:id="rId47"/>
    <p:sldLayoutId id="2147484016" r:id="rId48"/>
  </p:sldLayoutIdLst>
  <p:transition>
    <p:fade/>
  </p:transition>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3"/>
            </p:custDataLst>
            <p:extLst>
              <p:ext uri="{D42A27DB-BD31-4B8C-83A1-F6EECF244321}">
                <p14:modId xmlns:p14="http://schemas.microsoft.com/office/powerpoint/2010/main" val="3206429901"/>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4" name="Object 3" hidden="1"/>
                      <p:cNvPicPr/>
                      <p:nvPr/>
                    </p:nvPicPr>
                    <p:blipFill>
                      <a:blip r:embed="rId15"/>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81285" cy="430887"/>
          </a:xfrm>
          <a:prstGeom prst="rect">
            <a:avLst/>
          </a:prstGeom>
        </p:spPr>
        <p:txBody>
          <a:bodyPr vert="horz" lIns="0" tIns="0" rIns="0" bIns="0" rtlCol="0" anchor="t" anchorCtr="0">
            <a:spAutoFit/>
          </a:bodyPr>
          <a:lstStyle/>
          <a:p>
            <a:r>
              <a:rPr lang="en-US" noProof="0"/>
              <a:t>Click to edit Master title style</a:t>
            </a:r>
          </a:p>
        </p:txBody>
      </p:sp>
      <p:sp>
        <p:nvSpPr>
          <p:cNvPr id="18" name="Copyright"/>
          <p:cNvSpPr txBox="1"/>
          <p:nvPr/>
        </p:nvSpPr>
        <p:spPr>
          <a:xfrm>
            <a:off x="457200" y="651506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rgbClr val="53565A"/>
                </a:solidFill>
                <a:latin typeface="+mn-lt"/>
                <a:cs typeface="Calibri" panose="020F0502020204030204" pitchFamily="34" charset="0"/>
              </a:rPr>
              <a:t>Copyright © 2023 Deloitte Development LLC. All rights reserved.</a:t>
            </a:r>
          </a:p>
        </p:txBody>
      </p:sp>
      <p:sp>
        <p:nvSpPr>
          <p:cNvPr id="3" name="TextBox 2"/>
          <p:cNvSpPr txBox="1"/>
          <p:nvPr/>
        </p:nvSpPr>
        <p:spPr>
          <a:xfrm>
            <a:off x="11426826" y="651506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53565A"/>
                </a:solidFill>
                <a:latin typeface="+mn-lt"/>
                <a:cs typeface="Calibri" panose="020F0502020204030204" pitchFamily="34" charset="0"/>
              </a:rPr>
              <a:pPr marL="0" indent="0" algn="r">
                <a:spcBef>
                  <a:spcPts val="450"/>
                </a:spcBef>
                <a:buSzPct val="100000"/>
                <a:buFont typeface="Arial"/>
                <a:buNone/>
              </a:pPr>
              <a:t>‹#›</a:t>
            </a:fld>
            <a:endParaRPr lang="en-US" sz="800" noProof="0">
              <a:solidFill>
                <a:srgbClr val="53565A"/>
              </a:solidFill>
              <a:latin typeface="+mn-lt"/>
              <a:cs typeface="Calibri" panose="020F0502020204030204" pitchFamily="34" charset="0"/>
            </a:endParaRPr>
          </a:p>
        </p:txBody>
      </p:sp>
      <p:sp>
        <p:nvSpPr>
          <p:cNvPr id="20" name="TextBox 19">
            <a:extLst>
              <a:ext uri="{FF2B5EF4-FFF2-40B4-BE49-F238E27FC236}">
                <a16:creationId xmlns:a16="http://schemas.microsoft.com/office/drawing/2014/main" id="{5A35A5D5-FD12-4A0E-B47E-3D53D008B26B}"/>
              </a:ext>
            </a:extLst>
          </p:cNvPr>
          <p:cNvSpPr txBox="1"/>
          <p:nvPr userDrawn="1"/>
        </p:nvSpPr>
        <p:spPr>
          <a:xfrm>
            <a:off x="4065081" y="699568"/>
            <a:ext cx="254000"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2" name="TextBox 21">
            <a:extLst>
              <a:ext uri="{FF2B5EF4-FFF2-40B4-BE49-F238E27FC236}">
                <a16:creationId xmlns:a16="http://schemas.microsoft.com/office/drawing/2014/main" id="{33FEAD1B-5DFB-4123-913B-D7D5838C8C6D}"/>
              </a:ext>
            </a:extLst>
          </p:cNvPr>
          <p:cNvSpPr txBox="1"/>
          <p:nvPr userDrawn="1"/>
        </p:nvSpPr>
        <p:spPr>
          <a:xfrm>
            <a:off x="4321370" y="802745"/>
            <a:ext cx="1673167"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3" name="TextBox 22">
            <a:extLst>
              <a:ext uri="{FF2B5EF4-FFF2-40B4-BE49-F238E27FC236}">
                <a16:creationId xmlns:a16="http://schemas.microsoft.com/office/drawing/2014/main" id="{B202DBDA-700C-4979-B00F-3477C099D042}"/>
              </a:ext>
            </a:extLst>
          </p:cNvPr>
          <p:cNvSpPr txBox="1"/>
          <p:nvPr userDrawn="1"/>
        </p:nvSpPr>
        <p:spPr>
          <a:xfrm>
            <a:off x="5969842" y="802745"/>
            <a:ext cx="250316"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24" name="TextBox 23">
            <a:extLst>
              <a:ext uri="{FF2B5EF4-FFF2-40B4-BE49-F238E27FC236}">
                <a16:creationId xmlns:a16="http://schemas.microsoft.com/office/drawing/2014/main" id="{D14DFC3E-51E5-47BE-BA81-FDAED74D8117}"/>
              </a:ext>
            </a:extLst>
          </p:cNvPr>
          <p:cNvSpPr txBox="1"/>
          <p:nvPr userDrawn="1"/>
        </p:nvSpPr>
        <p:spPr>
          <a:xfrm>
            <a:off x="4321027" y="801689"/>
            <a:ext cx="1673851" cy="276999"/>
          </a:xfrm>
          <a:prstGeom prst="rect">
            <a:avLst/>
          </a:prstGeom>
          <a:noFill/>
          <a:ln>
            <a:noFill/>
          </a:ln>
        </p:spPr>
        <p:txBody>
          <a:bodyPr wrap="square" lIns="0" tIns="0" rIns="0" bIns="0" rtlCol="0">
            <a:spAutoFit/>
          </a:bodyPr>
          <a:lstStyle/>
          <a:p>
            <a:pPr marL="203200" indent="-203200">
              <a:spcBef>
                <a:spcPts val="600"/>
              </a:spcBef>
              <a:buSzPct val="100000"/>
              <a:buFont typeface="Arial"/>
              <a:buChar char="•"/>
            </a:pPr>
            <a:endParaRPr lang="en-US" sz="1800">
              <a:solidFill>
                <a:srgbClr val="313131"/>
              </a:solidFill>
            </a:endParaRPr>
          </a:p>
        </p:txBody>
      </p:sp>
      <p:sp>
        <p:nvSpPr>
          <p:cNvPr id="11" name="Rectangle 10">
            <a:extLst>
              <a:ext uri="{FF2B5EF4-FFF2-40B4-BE49-F238E27FC236}">
                <a16:creationId xmlns:a16="http://schemas.microsoft.com/office/drawing/2014/main" id="{3B5CA668-31BE-4A4B-A7A1-DF21299736B8}"/>
              </a:ext>
            </a:extLst>
          </p:cNvPr>
          <p:cNvSpPr/>
          <p:nvPr userDrawn="1"/>
        </p:nvSpPr>
        <p:spPr bwMode="gray">
          <a:xfrm>
            <a:off x="-434692" y="1"/>
            <a:ext cx="320391" cy="32039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6" name="Rectangle 15">
            <a:extLst>
              <a:ext uri="{FF2B5EF4-FFF2-40B4-BE49-F238E27FC236}">
                <a16:creationId xmlns:a16="http://schemas.microsoft.com/office/drawing/2014/main" id="{F1E9BDFF-177F-4C5B-9C60-122EDC84430F}"/>
              </a:ext>
            </a:extLst>
          </p:cNvPr>
          <p:cNvSpPr/>
          <p:nvPr userDrawn="1"/>
        </p:nvSpPr>
        <p:spPr bwMode="gray">
          <a:xfrm>
            <a:off x="-434692" y="454045"/>
            <a:ext cx="320391" cy="320390"/>
          </a:xfrm>
          <a:prstGeom prst="rect">
            <a:avLst/>
          </a:prstGeom>
          <a:solidFill>
            <a:srgbClr val="43B02A"/>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7" name="Rectangle 16">
            <a:extLst>
              <a:ext uri="{FF2B5EF4-FFF2-40B4-BE49-F238E27FC236}">
                <a16:creationId xmlns:a16="http://schemas.microsoft.com/office/drawing/2014/main" id="{ECD38FD7-D7D2-40C6-B7BC-2B6B206F9196}"/>
              </a:ext>
            </a:extLst>
          </p:cNvPr>
          <p:cNvSpPr/>
          <p:nvPr userDrawn="1"/>
        </p:nvSpPr>
        <p:spPr bwMode="gray">
          <a:xfrm>
            <a:off x="-436981" y="908089"/>
            <a:ext cx="320391" cy="320390"/>
          </a:xfrm>
          <a:prstGeom prst="rect">
            <a:avLst/>
          </a:prstGeom>
          <a:solidFill>
            <a:srgbClr val="0076A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 name="Rectangle 18">
            <a:extLst>
              <a:ext uri="{FF2B5EF4-FFF2-40B4-BE49-F238E27FC236}">
                <a16:creationId xmlns:a16="http://schemas.microsoft.com/office/drawing/2014/main" id="{7CD536BD-8107-4DC8-9B62-96A7276325A2}"/>
              </a:ext>
            </a:extLst>
          </p:cNvPr>
          <p:cNvSpPr/>
          <p:nvPr userDrawn="1"/>
        </p:nvSpPr>
        <p:spPr bwMode="gray">
          <a:xfrm>
            <a:off x="-436981" y="1362133"/>
            <a:ext cx="320391" cy="320390"/>
          </a:xfrm>
          <a:prstGeom prst="rect">
            <a:avLst/>
          </a:prstGeom>
          <a:solidFill>
            <a:srgbClr val="FFCD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1" name="Rectangle 20">
            <a:extLst>
              <a:ext uri="{FF2B5EF4-FFF2-40B4-BE49-F238E27FC236}">
                <a16:creationId xmlns:a16="http://schemas.microsoft.com/office/drawing/2014/main" id="{48BC1CAB-68B2-45E2-B8AA-AAC8BC58DF9E}"/>
              </a:ext>
            </a:extLst>
          </p:cNvPr>
          <p:cNvSpPr/>
          <p:nvPr userDrawn="1"/>
        </p:nvSpPr>
        <p:spPr bwMode="gray">
          <a:xfrm>
            <a:off x="-436981" y="1816177"/>
            <a:ext cx="320391" cy="320390"/>
          </a:xfrm>
          <a:prstGeom prst="rect">
            <a:avLst/>
          </a:prstGeom>
          <a:solidFill>
            <a:schemeClr val="bg1">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776693514"/>
      </p:ext>
    </p:extLst>
  </p:cSld>
  <p:clrMap bg1="lt1" tx1="dk1" bg2="lt2" tx2="dk2" accent1="accent1" accent2="accent2" accent3="accent3" accent4="accent4" accent5="accent5" accent6="accent6" hlink="hlink" folHlink="folHlink"/>
  <p:sldLayoutIdLst>
    <p:sldLayoutId id="2147484005" r:id="rId1"/>
    <p:sldLayoutId id="2147484015" r:id="rId2"/>
    <p:sldLayoutId id="2147484006" r:id="rId3"/>
    <p:sldLayoutId id="2147484007" r:id="rId4"/>
    <p:sldLayoutId id="2147484008" r:id="rId5"/>
    <p:sldLayoutId id="2147484009" r:id="rId6"/>
    <p:sldLayoutId id="2147484011" r:id="rId7"/>
    <p:sldLayoutId id="2147484017" r:id="rId8"/>
    <p:sldLayoutId id="2147484018" r:id="rId9"/>
    <p:sldLayoutId id="2147484020" r:id="rId10"/>
    <p:sldLayoutId id="2147484021" r:id="rId11"/>
  </p:sldLayoutIdLst>
  <p:transition>
    <p:fade/>
  </p:transition>
  <p:hf hdr="0" dt="0"/>
  <p:txStyles>
    <p:titleStyle>
      <a:lvl1pPr algn="l" defTabSz="685800" rtl="0" eaLnBrk="1" latinLnBrk="0" hangingPunct="1">
        <a:spcBef>
          <a:spcPct val="0"/>
        </a:spcBef>
        <a:buNone/>
        <a:defRPr sz="2800" kern="1200">
          <a:solidFill>
            <a:schemeClr val="tx1"/>
          </a:solidFill>
          <a:latin typeface="+mj-lt"/>
          <a:ea typeface="+mj-ea"/>
          <a:cs typeface="Calibri Light" panose="020F0302020204030204" pitchFamily="34" charset="0"/>
        </a:defRPr>
      </a:lvl1pPr>
    </p:titleStyle>
    <p:body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56">
          <p15:clr>
            <a:srgbClr val="F26B43"/>
          </p15:clr>
        </p15:guide>
        <p15:guide id="49" orient="horz" pos="432">
          <p15:clr>
            <a:srgbClr val="F26B43"/>
          </p15:clr>
        </p15:guide>
        <p15:guide id="68" orient="horz" pos="4104">
          <p15:clr>
            <a:srgbClr val="F26B43"/>
          </p15:clr>
        </p15:guide>
        <p15:guide id="69" orient="horz" pos="2088">
          <p15:clr>
            <a:srgbClr val="F26B43"/>
          </p15:clr>
        </p15:guide>
        <p15:guide id="70" orient="horz" pos="1080">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5" pos="4960">
          <p15:clr>
            <a:srgbClr val="F26B43"/>
          </p15:clr>
        </p15:guide>
        <p15:guide id="76" pos="3744">
          <p15:clr>
            <a:srgbClr val="F26B43"/>
          </p15:clr>
        </p15:guide>
        <p15:guide id="77" pos="2720">
          <p15:clr>
            <a:srgbClr val="F26B43"/>
          </p15:clr>
        </p15:guide>
        <p15:guide id="78" pos="2528">
          <p15:clr>
            <a:srgbClr val="F26B43"/>
          </p15:clr>
        </p15:guide>
        <p15:guide id="79" pos="1312">
          <p15:clr>
            <a:srgbClr val="F26B43"/>
          </p15:clr>
        </p15:guide>
        <p15:guide id="80" pos="1504">
          <p15:clr>
            <a:srgbClr val="F26B43"/>
          </p15:clr>
        </p15:guide>
        <p15:guide id="81" pos="5152">
          <p15:clr>
            <a:srgbClr val="F26B43"/>
          </p15:clr>
        </p15:guide>
        <p15:guide id="82" pos="6176">
          <p15:clr>
            <a:srgbClr val="F26B43"/>
          </p15:clr>
        </p15:guide>
        <p15:guide id="83" pos="6368">
          <p15:clr>
            <a:srgbClr val="F26B43"/>
          </p15:clr>
        </p15:guide>
        <p15:guide id="84" pos="7392">
          <p15:clr>
            <a:srgbClr val="F26B43"/>
          </p15:clr>
        </p15:guide>
        <p15:guide id="85" orient="horz" pos="21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48B19-CD34-49BD-5A74-E4D1FE7AA6CC}"/>
              </a:ext>
            </a:extLst>
          </p:cNvPr>
          <p:cNvSpPr>
            <a:spLocks noGrp="1"/>
          </p:cNvSpPr>
          <p:nvPr>
            <p:ph type="title"/>
          </p:nvPr>
        </p:nvSpPr>
        <p:spPr>
          <a:xfrm>
            <a:off x="447675" y="228154"/>
            <a:ext cx="10363200" cy="594360"/>
          </a:xfrm>
        </p:spPr>
        <p:txBody>
          <a:bodyPr/>
          <a:lstStyle/>
          <a:p>
            <a:r>
              <a:rPr lang="en-US" sz="3200" dirty="0">
                <a:latin typeface="+mj-lt"/>
                <a:ea typeface="+mj-ea"/>
                <a:cs typeface="+mj-cs"/>
              </a:rPr>
              <a:t>Integration Sessions</a:t>
            </a:r>
          </a:p>
        </p:txBody>
      </p:sp>
      <p:sp>
        <p:nvSpPr>
          <p:cNvPr id="7" name="TextBox 6">
            <a:extLst>
              <a:ext uri="{FF2B5EF4-FFF2-40B4-BE49-F238E27FC236}">
                <a16:creationId xmlns:a16="http://schemas.microsoft.com/office/drawing/2014/main" id="{F1BA02BF-EE6C-A86B-B70A-05ADE133B82A}"/>
              </a:ext>
            </a:extLst>
          </p:cNvPr>
          <p:cNvSpPr txBox="1"/>
          <p:nvPr/>
        </p:nvSpPr>
        <p:spPr>
          <a:xfrm>
            <a:off x="475469" y="1478396"/>
            <a:ext cx="10362880" cy="3539430"/>
          </a:xfrm>
          <a:prstGeom prst="rect">
            <a:avLst/>
          </a:prstGeom>
          <a:noFill/>
        </p:spPr>
        <p:txBody>
          <a:bodyPr wrap="square" rtlCol="0">
            <a:spAutoFit/>
          </a:bodyPr>
          <a:lstStyle/>
          <a:p>
            <a:pPr marR="0" lvl="1" algn="l">
              <a:spcAft>
                <a:spcPts val="0"/>
              </a:spcAft>
            </a:pPr>
            <a:r>
              <a:rPr lang="en-US" sz="1600" b="1"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Session 1: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Wednesday 4/12 @ 11am, agenda will be</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err="1">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Review PaaS components, answer any questions from OCI foundation workshop</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ii.</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Oracle Application Integration (OIC) explained</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iii.</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Integration strategy (OIC specific) </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iv.</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QA/open forum</a:t>
            </a:r>
          </a:p>
          <a:p>
            <a:pPr marR="0" lvl="1" algn="l">
              <a:spcAft>
                <a:spcPts val="0"/>
              </a:spcAft>
            </a:pPr>
            <a:r>
              <a:rPr lang="en-US" sz="1600" b="1"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Session 2:</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Thursday 4/13 @ 1pm, agenda will be</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err="1">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RICS overview</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ii.</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Integration use cases</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iii.</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Integrations targeted for this phase</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iv.</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Where Talend ETL fits in this implementation (?)</a:t>
            </a:r>
          </a:p>
          <a:p>
            <a:pPr marR="0" algn="l"/>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v.</a:t>
            </a:r>
            <a:r>
              <a:rPr lang="en-US" sz="10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      </a:t>
            </a:r>
            <a:r>
              <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rPr>
              <a:t>QA/open forum</a:t>
            </a:r>
          </a:p>
          <a:p>
            <a:pPr marR="0" algn="l"/>
            <a:endParaRPr lang="en-US" sz="1600" dirty="0">
              <a:solidFill>
                <a:srgbClr val="212121"/>
              </a:solidFill>
              <a:latin typeface="Open Sans" panose="020B0606030504020204" pitchFamily="34" charset="0"/>
              <a:ea typeface="Open Sans" panose="020B0606030504020204" pitchFamily="34" charset="0"/>
              <a:cs typeface="Open Sans" panose="020B0606030504020204" pitchFamily="34" charset="0"/>
            </a:endParaRPr>
          </a:p>
          <a:p>
            <a:pPr marR="0" algn="l"/>
            <a:endPar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endParaRPr>
          </a:p>
          <a:p>
            <a:pPr marR="0" algn="l"/>
            <a:r>
              <a:rPr lang="en-US" sz="1600" dirty="0">
                <a:solidFill>
                  <a:srgbClr val="212121"/>
                </a:solidFill>
                <a:latin typeface="Open Sans" panose="020B0606030504020204" pitchFamily="34" charset="0"/>
                <a:ea typeface="Open Sans" panose="020B0606030504020204" pitchFamily="34" charset="0"/>
                <a:cs typeface="Open Sans" panose="020B0606030504020204" pitchFamily="34" charset="0"/>
              </a:rPr>
              <a:t>Deloitte team will be onsite, Teams will </a:t>
            </a:r>
            <a:r>
              <a:rPr lang="en-US" sz="1600">
                <a:solidFill>
                  <a:srgbClr val="212121"/>
                </a:solidFill>
                <a:latin typeface="Open Sans" panose="020B0606030504020204" pitchFamily="34" charset="0"/>
                <a:ea typeface="Open Sans" panose="020B0606030504020204" pitchFamily="34" charset="0"/>
                <a:cs typeface="Open Sans" panose="020B0606030504020204" pitchFamily="34" charset="0"/>
              </a:rPr>
              <a:t>setupwill</a:t>
            </a:r>
            <a:r>
              <a:rPr lang="en-US" sz="1600" dirty="0">
                <a:solidFill>
                  <a:srgbClr val="212121"/>
                </a:solidFill>
                <a:latin typeface="Open Sans" panose="020B0606030504020204" pitchFamily="34" charset="0"/>
                <a:ea typeface="Open Sans" panose="020B0606030504020204" pitchFamily="34" charset="0"/>
                <a:cs typeface="Open Sans" panose="020B0606030504020204" pitchFamily="34" charset="0"/>
              </a:rPr>
              <a:t> need a conference room for</a:t>
            </a:r>
            <a:endParaRPr lang="en-US" sz="1600" b="0" i="0" u="none" strike="noStrike" dirty="0">
              <a:solidFill>
                <a:srgbClr val="21212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7728029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US letter prin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extLst>
    <a:ext uri="{05A4C25C-085E-4340-85A3-A5531E510DB2}">
      <thm15:themeFamily xmlns:thm15="http://schemas.microsoft.com/office/thememl/2012/main" name="Deloitte US letter print" id="{623383DA-C85E-4BA7-B7D1-8FA7147CF522}" vid="{F142DD82-8775-410B-9E5D-934DAE596CF9}"/>
    </a:ext>
  </a:extLst>
</a:theme>
</file>

<file path=ppt/theme/theme2.xml><?xml version="1.0" encoding="utf-8"?>
<a:theme xmlns:a="http://schemas.openxmlformats.org/drawingml/2006/main" name="Deloitte_Dollar tre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Open Sans">
      <a:majorFont>
        <a:latin typeface="Open Sans Light"/>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0d403ea-ed45-4a4d-afa3-fd85bade1691">
      <UserInfo>
        <DisplayName>Mudaliar, Navin</DisplayName>
        <AccountId>26</AccountId>
        <AccountType/>
      </UserInfo>
      <UserInfo>
        <DisplayName>Chappidi, Durga Prasad</DisplayName>
        <AccountId>35</AccountId>
        <AccountType/>
      </UserInfo>
      <UserInfo>
        <DisplayName>Chandramsetti, ChandraSekhar</DisplayName>
        <AccountId>36</AccountId>
        <AccountType/>
      </UserInfo>
      <UserInfo>
        <DisplayName>Rachakatla, Shiva</DisplayName>
        <AccountId>33</AccountId>
        <AccountType/>
      </UserInfo>
      <UserInfo>
        <DisplayName>Pal, Subhajyoti</DisplayName>
        <AccountId>37</AccountId>
        <AccountType/>
      </UserInfo>
    </SharedWithUsers>
    <TaxCatchAll xmlns="d0d403ea-ed45-4a4d-afa3-fd85bade1691" xsi:nil="true"/>
    <lcf76f155ced4ddcb4097134ff3c332f xmlns="ab528102-cc3f-4298-8148-5e8c58e806e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B61DB455AE0C24A8098A2E1F5190DAD" ma:contentTypeVersion="13" ma:contentTypeDescription="Create a new document." ma:contentTypeScope="" ma:versionID="8ed541804863155fd6addb9aa1ea09be">
  <xsd:schema xmlns:xsd="http://www.w3.org/2001/XMLSchema" xmlns:xs="http://www.w3.org/2001/XMLSchema" xmlns:p="http://schemas.microsoft.com/office/2006/metadata/properties" xmlns:ns2="ab528102-cc3f-4298-8148-5e8c58e806e1" xmlns:ns3="d0d403ea-ed45-4a4d-afa3-fd85bade1691" targetNamespace="http://schemas.microsoft.com/office/2006/metadata/properties" ma:root="true" ma:fieldsID="09c069933e83c335c52d188f543d0586" ns2:_="" ns3:_="">
    <xsd:import namespace="ab528102-cc3f-4298-8148-5e8c58e806e1"/>
    <xsd:import namespace="d0d403ea-ed45-4a4d-afa3-fd85bade169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528102-cc3f-4298-8148-5e8c58e806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d403ea-ed45-4a4d-afa3-fd85bade169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f80f1dc-de7f-498c-9f1f-670b4b105dbd}" ma:internalName="TaxCatchAll" ma:showField="CatchAllData" ma:web="d0d403ea-ed45-4a4d-afa3-fd85bade16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D9513D-0D38-4512-98AB-0302FA3FDC9F}">
  <ds:schemaRefs>
    <ds:schemaRef ds:uri="http://schemas.microsoft.com/office/2006/metadata/properties"/>
    <ds:schemaRef ds:uri="http://schemas.openxmlformats.org/package/2006/metadata/core-properties"/>
    <ds:schemaRef ds:uri="http://purl.org/dc/dcmitype/"/>
    <ds:schemaRef ds:uri="http://purl.org/dc/elements/1.1/"/>
    <ds:schemaRef ds:uri="ab528102-cc3f-4298-8148-5e8c58e806e1"/>
    <ds:schemaRef ds:uri="http://schemas.microsoft.com/office/2006/documentManagement/types"/>
    <ds:schemaRef ds:uri="http://schemas.microsoft.com/office/infopath/2007/PartnerControls"/>
    <ds:schemaRef ds:uri="d0d403ea-ed45-4a4d-afa3-fd85bade1691"/>
    <ds:schemaRef ds:uri="http://www.w3.org/XML/1998/namespace"/>
    <ds:schemaRef ds:uri="http://purl.org/dc/terms/"/>
  </ds:schemaRefs>
</ds:datastoreItem>
</file>

<file path=customXml/itemProps2.xml><?xml version="1.0" encoding="utf-8"?>
<ds:datastoreItem xmlns:ds="http://schemas.openxmlformats.org/officeDocument/2006/customXml" ds:itemID="{562913F1-2E0C-4048-A0AA-E45BE3C012D3}">
  <ds:schemaRefs>
    <ds:schemaRef ds:uri="http://schemas.microsoft.com/sharepoint/v3/contenttype/forms"/>
  </ds:schemaRefs>
</ds:datastoreItem>
</file>

<file path=customXml/itemProps3.xml><?xml version="1.0" encoding="utf-8"?>
<ds:datastoreItem xmlns:ds="http://schemas.openxmlformats.org/officeDocument/2006/customXml" ds:itemID="{6DE77652-638C-4DB6-9BE8-E9A5E7770F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b528102-cc3f-4298-8148-5e8c58e806e1"/>
    <ds:schemaRef ds:uri="d0d403ea-ed45-4a4d-afa3-fd85bade16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Deloitte US letter print</Template>
  <TotalTime>4</TotalTime>
  <Words>115</Words>
  <Application>Microsoft Macintosh PowerPoint</Application>
  <PresentationFormat>Widescreen</PresentationFormat>
  <Paragraphs>15</Paragraphs>
  <Slides>1</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4" baseType="lpstr">
      <vt:lpstr>Arial</vt:lpstr>
      <vt:lpstr>Calibri</vt:lpstr>
      <vt:lpstr>Chronicle Display Black</vt:lpstr>
      <vt:lpstr>Georgia</vt:lpstr>
      <vt:lpstr>Open Sans</vt:lpstr>
      <vt:lpstr>Open Sans Extrabold</vt:lpstr>
      <vt:lpstr>Open Sans Extrabold</vt:lpstr>
      <vt:lpstr>Open Sans Light</vt:lpstr>
      <vt:lpstr>Verdana</vt:lpstr>
      <vt:lpstr>Wingdings 2</vt:lpstr>
      <vt:lpstr>Deloitte US letter print</vt:lpstr>
      <vt:lpstr>Deloitte_Dollar tree</vt:lpstr>
      <vt:lpstr>think-cell Slide</vt:lpstr>
      <vt:lpstr>Integration Sessions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Shankaran Srinivasan</dc:creator>
  <cp:lastModifiedBy>Zaidi, Hasan</cp:lastModifiedBy>
  <cp:revision>1</cp:revision>
  <dcterms:created xsi:type="dcterms:W3CDTF">2023-03-01T16:58:34Z</dcterms:created>
  <dcterms:modified xsi:type="dcterms:W3CDTF">2023-04-05T16:50:21Z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2023-03-01T16:58:44Z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c187541a-bbd8-4abe-856e-20754828e9be</vt:lpwstr>
  </property>
  <property fmtid="{D5CDD505-2E9C-101B-9397-08002B2CF9AE}" pid="8" name="MSIP_Label_ea60d57e-af5b-4752-ac57-3e4f28ca11dc_ContentBits">
    <vt:lpwstr>0</vt:lpwstr>
  </property>
  <property fmtid="{D5CDD505-2E9C-101B-9397-08002B2CF9AE}" pid="9" name="ContentTypeId">
    <vt:lpwstr>0x0101007B61DB455AE0C24A8098A2E1F5190DAD</vt:lpwstr>
  </property>
  <property fmtid="{D5CDD505-2E9C-101B-9397-08002B2CF9AE}" pid="10" name="MediaServiceImageTags">
    <vt:lpwstr/>
  </property>
</Properties>
</file>