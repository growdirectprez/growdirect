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69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6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7C674-BC03-496B-A6F5-667358E9812C}" type="datetimeFigureOut">
              <a:rPr lang="en-US" smtClean="0"/>
              <a:t>11/2/2016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0683-67C0-4D07-ABED-0F7B2EFE5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734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7C674-BC03-496B-A6F5-667358E9812C}" type="datetimeFigureOut">
              <a:rPr lang="en-US" smtClean="0"/>
              <a:t>11/2/2016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0683-67C0-4D07-ABED-0F7B2EFE5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962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7C674-BC03-496B-A6F5-667358E9812C}" type="datetimeFigureOut">
              <a:rPr lang="en-US" smtClean="0"/>
              <a:t>11/2/2016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0683-67C0-4D07-ABED-0F7B2EFE5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800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7C674-BC03-496B-A6F5-667358E9812C}" type="datetimeFigureOut">
              <a:rPr lang="en-US" smtClean="0"/>
              <a:t>11/2/2016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0683-67C0-4D07-ABED-0F7B2EFE5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60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7C674-BC03-496B-A6F5-667358E9812C}" type="datetimeFigureOut">
              <a:rPr lang="en-US" smtClean="0"/>
              <a:t>11/2/2016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0683-67C0-4D07-ABED-0F7B2EFE5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042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7C674-BC03-496B-A6F5-667358E9812C}" type="datetimeFigureOut">
              <a:rPr lang="en-US" smtClean="0"/>
              <a:t>11/2/2016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0683-67C0-4D07-ABED-0F7B2EFE5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42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7C674-BC03-496B-A6F5-667358E9812C}" type="datetimeFigureOut">
              <a:rPr lang="en-US" smtClean="0"/>
              <a:t>11/2/2016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0683-67C0-4D07-ABED-0F7B2EFE5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65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7C674-BC03-496B-A6F5-667358E9812C}" type="datetimeFigureOut">
              <a:rPr lang="en-US" smtClean="0"/>
              <a:t>11/2/2016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0683-67C0-4D07-ABED-0F7B2EFE5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151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7C674-BC03-496B-A6F5-667358E9812C}" type="datetimeFigureOut">
              <a:rPr lang="en-US" smtClean="0"/>
              <a:t>11/2/2016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0683-67C0-4D07-ABED-0F7B2EFE5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343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7C674-BC03-496B-A6F5-667358E9812C}" type="datetimeFigureOut">
              <a:rPr lang="en-US" smtClean="0"/>
              <a:t>11/2/2016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0683-67C0-4D07-ABED-0F7B2EFE5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873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7C674-BC03-496B-A6F5-667358E9812C}" type="datetimeFigureOut">
              <a:rPr lang="en-US" smtClean="0"/>
              <a:t>11/2/2016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0683-67C0-4D07-ABED-0F7B2EFE5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91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7C674-BC03-496B-A6F5-667358E9812C}" type="datetimeFigureOut">
              <a:rPr lang="en-US" smtClean="0"/>
              <a:t>11/2/2016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40683-67C0-4D07-ABED-0F7B2EFE5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143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 Short </a:t>
            </a:r>
            <a:r>
              <a:rPr lang="en-US"/>
              <a:t>Reporting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363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 Short Reporting – Intent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Compile over short information by involved cashiers</a:t>
            </a:r>
          </a:p>
          <a:p>
            <a:pPr lvl="1"/>
            <a:r>
              <a:rPr lang="en-US" dirty="0"/>
              <a:t>Considering there are typically more than one cashier on a register throughout the day, the reports track all cashiers who have rung on a register to identify all potentially involved cashiers when a shortage or overage has occurred.</a:t>
            </a:r>
          </a:p>
          <a:p>
            <a:pPr lvl="1"/>
            <a:r>
              <a:rPr lang="en-US" dirty="0"/>
              <a:t>The reports maintain a history of the shortages or overages for each involved cashier</a:t>
            </a:r>
          </a:p>
          <a:p>
            <a:pPr lvl="1"/>
            <a:r>
              <a:rPr lang="en-US" dirty="0"/>
              <a:t>As the history builds, those cashiers more commonly involved become more obvious as their totals grow beyond cashiers who are not consistently causing variances</a:t>
            </a:r>
          </a:p>
        </p:txBody>
      </p:sp>
    </p:spTree>
    <p:extLst>
      <p:ext uri="{BB962C8B-B14F-4D97-AF65-F5344CB8AC3E}">
        <p14:creationId xmlns:p14="http://schemas.microsoft.com/office/powerpoint/2010/main" val="2979189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 Short Reporting -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Greatly improved visibility to high risk cashiers</a:t>
            </a:r>
          </a:p>
          <a:p>
            <a:r>
              <a:rPr lang="en-US" dirty="0"/>
              <a:t>Improved reaction time to cashiers who are stealing or making a lot of errors</a:t>
            </a:r>
          </a:p>
          <a:p>
            <a:r>
              <a:rPr lang="en-US" dirty="0"/>
              <a:t>Significant time savings as it is no longer necessary to manually track overages and shortages.</a:t>
            </a:r>
          </a:p>
          <a:p>
            <a:pPr marL="228600" lvl="1">
              <a:spcBef>
                <a:spcPts val="1000"/>
              </a:spcBef>
            </a:pPr>
            <a:r>
              <a:rPr lang="en-US" sz="2800" dirty="0"/>
              <a:t>Drill through functionality to review receipts to investigate variances</a:t>
            </a:r>
          </a:p>
          <a:p>
            <a:pPr marL="228600" lvl="1">
              <a:spcBef>
                <a:spcPts val="1000"/>
              </a:spcBef>
            </a:pPr>
            <a:r>
              <a:rPr lang="en-US" sz="2800" dirty="0"/>
              <a:t>Reports are provided to each store to allow them to self manage and proactively mitigate variances.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835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 Short Reporting -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End of day transaction which records the over short detail for each register, or</a:t>
            </a:r>
          </a:p>
          <a:p>
            <a:r>
              <a:rPr lang="en-US" dirty="0"/>
              <a:t>A feed from the cash office which provides over/short results by register.  </a:t>
            </a:r>
          </a:p>
          <a:p>
            <a:r>
              <a:rPr lang="en-US" dirty="0"/>
              <a:t>Organizational hierarchy for roll up and drill thru</a:t>
            </a:r>
          </a:p>
          <a:p>
            <a:r>
              <a:rPr lang="en-US" dirty="0"/>
              <a:t>Join to HR Data for cashier name and role</a:t>
            </a:r>
          </a:p>
          <a:p>
            <a:r>
              <a:rPr lang="en-US" dirty="0"/>
              <a:t>Join to CRDM to summarize transactions by cashier, day, lane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595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 short Store Summary Portal Part.  Each store has a portal part specific to their store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0556" y="2782094"/>
            <a:ext cx="4094328" cy="270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634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After clicking on Full Report, you are brought to the summary report showing the last 30 days of variances by register and date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1174" y="1825625"/>
            <a:ext cx="764965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15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The Over Short Summary also has a graphical representation showing the top five cashiers.  Clicking on each of the five parts will bring you to that cashier’s history.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1287" y="2015331"/>
            <a:ext cx="6829425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49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From the Over Short summary report you can click on any of the variances and you will be brought to the involved cashiers view.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6560"/>
          <a:stretch/>
        </p:blipFill>
        <p:spPr>
          <a:xfrm>
            <a:off x="1310185" y="2138289"/>
            <a:ext cx="9567081" cy="445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337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Involved Cashiers view – Clicking on the values bring you to that cashier’s history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6037" y="2086769"/>
            <a:ext cx="7019925" cy="38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905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 Short History Cashier View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9546" y="1825625"/>
            <a:ext cx="65529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40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Clicking on the Register icon whenever it is available will bring you to that cashier’s transactions for the day of the variance.  Cashier History View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7186"/>
          <a:stretch/>
        </p:blipFill>
        <p:spPr>
          <a:xfrm>
            <a:off x="2226255" y="2138289"/>
            <a:ext cx="7739489" cy="403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427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Clicking on the register Icon brings you to the transactions for that day for the selected cashier.  Involved Cashier View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6037" y="2086769"/>
            <a:ext cx="7019925" cy="38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875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Work to be </a:t>
            </a:r>
            <a:r>
              <a:rPr lang="en-US"/>
              <a:t>done – Secure 4 App</a:t>
            </a:r>
            <a:r>
              <a:rPr lang="en-US" dirty="0"/>
              <a:t>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Barnes and Noble currently only uses a per lane report.</a:t>
            </a:r>
          </a:p>
          <a:p>
            <a:r>
              <a:rPr lang="en-US" dirty="0" err="1"/>
              <a:t>Winco</a:t>
            </a:r>
            <a:r>
              <a:rPr lang="en-US" dirty="0"/>
              <a:t> has a requirement for a corporate wide view.</a:t>
            </a:r>
          </a:p>
          <a:p>
            <a:r>
              <a:rPr lang="en-US" dirty="0"/>
              <a:t>A regional and District level view would serve us well along with what is currently in place.</a:t>
            </a:r>
          </a:p>
          <a:p>
            <a:r>
              <a:rPr lang="en-US" dirty="0"/>
              <a:t>The ability to drill down to each of the lower levels would give the functionality that is needed across all customers.</a:t>
            </a:r>
          </a:p>
          <a:p>
            <a:pPr lvl="0"/>
            <a:r>
              <a:rPr lang="en-US" dirty="0"/>
              <a:t>Role/Group as well as location based restrictions would be the proper way to implement</a:t>
            </a:r>
          </a:p>
          <a:p>
            <a:pPr lvl="0"/>
            <a:r>
              <a:rPr lang="en-US" dirty="0"/>
              <a:t>Which tenders are in scope, is there any value for tenders beyond cash?</a:t>
            </a:r>
          </a:p>
          <a:p>
            <a:pPr lvl="0"/>
            <a:r>
              <a:rPr lang="en-US" dirty="0"/>
              <a:t>What metrics should we aggregate from this into the Metric DB?</a:t>
            </a:r>
          </a:p>
          <a:p>
            <a:pPr lvl="0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70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498</Words>
  <Application>Microsoft Office PowerPoint</Application>
  <PresentationFormat>Widescreen</PresentationFormat>
  <Paragraphs>34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Over Short Reporting Overview</vt:lpstr>
      <vt:lpstr>Over Short Reporting – Intent</vt:lpstr>
      <vt:lpstr>Over Short Reporting - Benefits</vt:lpstr>
      <vt:lpstr>Over Short Reporting - Requirements</vt:lpstr>
      <vt:lpstr>Over short Store Summary Portal Part.  Each store has a portal part specific to their store</vt:lpstr>
      <vt:lpstr>After clicking on Full Report, you are brought to the summary report showing the last 30 days of variances by register and date</vt:lpstr>
      <vt:lpstr>The Over Short Summary also has a graphical representation showing the top five cashiers.  Clicking on each of the five parts will bring you to that cashier’s history.</vt:lpstr>
      <vt:lpstr>From the Over Short summary report you can click on any of the variances and you will be brought to the involved cashiers view.</vt:lpstr>
      <vt:lpstr>Involved Cashiers view – Clicking on the values bring you to that cashier’s history</vt:lpstr>
      <vt:lpstr>Over Short History Cashier View</vt:lpstr>
      <vt:lpstr>Clicking on the Register icon whenever it is available will bring you to that cashier’s transactions for the day of the variance.  Cashier History View</vt:lpstr>
      <vt:lpstr>Clicking on the register Icon brings you to the transactions for that day for the selected cashier.  Involved Cashier View </vt:lpstr>
      <vt:lpstr>Additional Work to be done – Secure 4 App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Corey Adams</dc:creator>
  <cp:lastModifiedBy>Geoff Lyle</cp:lastModifiedBy>
  <cp:revision>15</cp:revision>
  <dcterms:created xsi:type="dcterms:W3CDTF">2015-10-21T17:25:45Z</dcterms:created>
  <dcterms:modified xsi:type="dcterms:W3CDTF">2016-11-02T21:18:13Z</dcterms:modified>
</cp:coreProperties>
</file>