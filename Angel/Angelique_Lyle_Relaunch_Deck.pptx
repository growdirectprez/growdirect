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Above the Pacific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Relaunch Strategy for Angelique Lyle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Accardo Real Estate Associates · Compass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Alejandro  ·  April 2026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548640"/>
            <a:ext cx="457200" cy="457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822960"/>
            <a:ext cx="365760" cy="36576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3716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already the agent families trust. Now let's make sure they find you first.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470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1.5%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1732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Nationwide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55448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03320" y="173736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18470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9768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29768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on the Peninsula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155448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0" y="173736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18470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7804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 ★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717804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3246120"/>
            <a:ext cx="7680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0584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Solving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05840" y="370332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OwnPalosVerdes.com &amp; AcardoRealEstate.com are currently down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relocating to PV search online first — and can't find you yet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SEO content hub, no lead capture, no CRM automation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is fragmented across Luxury Presence, Compass, and Accardo sites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Identity: Life Above the Pacific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28016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#000000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1188720"/>
            <a:ext cx="128016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Black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2860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#1A1A1A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1188720"/>
            <a:ext cx="1280160" cy="822960"/>
          </a:xfrm>
          <a:prstGeom prst="rect">
            <a:avLst/>
          </a:prstGeom>
          <a:solidFill>
            <a:srgbClr val="E0E0E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200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22860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#E0E0E0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1188720"/>
            <a:ext cx="128016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22860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#F2F2F2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1188720"/>
            <a:ext cx="1280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22860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3474720" cy="1371600"/>
          </a:xfrm>
          <a:prstGeom prst="rect">
            <a:avLst/>
          </a:prstGeom>
          <a:solidFill>
            <a:srgbClr val="22222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 Bold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749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· Elegant serif voice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4160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· Clean modern sans-serif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Voice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6320" y="3246120"/>
            <a:ext cx="3566160" cy="1371600"/>
          </a:xfrm>
          <a:prstGeom prst="rect">
            <a:avLst/>
          </a:prstGeom>
          <a:solidFill>
            <a:srgbClr val="22222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3375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confident, and local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mom who raised her kids right here on this Hill"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without being salesy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Community-first, family-focused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Dual-Site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properties, one brand — each with a clear purpose.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0020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70992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AngeliqueLyle.com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1874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Presence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23317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brand &amp; personal story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property search &amp; listings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testimonials &amp; social proof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scheduling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existing — refresh copy &amp; photos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0" y="160020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70992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OwnPalosVerdes.com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669280" y="1874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Hub (New Build)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0" y="23317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 guides &amp; school content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deep-dives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(guides, valuations)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&amp; long-tail SEO articles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AcardoRealEstate.com → 301 redirect here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65176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OwnPalosVerdes.com — Live Preview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SEO content hub is already built and ready to deploy.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188720"/>
            <a:ext cx="5669280" cy="20116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1704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ownpalosverdes.com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4358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2435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2435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463040"/>
            <a:ext cx="8046720" cy="3291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63040"/>
            <a:ext cx="8046720" cy="20116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Above the Pacific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Angelique Lyle · Compass · Palos Verdes Peninsula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423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  About     Neighborhoods     Schools     Listings     Contact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4400" y="2880360"/>
            <a:ext cx="2148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Neighborhood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566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RPV · RHE · PVE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Hills · Torrance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2880360"/>
            <a:ext cx="2148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 Guide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(Pillar Page)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566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3,500+ words · 15 schools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SEO-optimized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2880360"/>
            <a:ext cx="2148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Relocation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Guide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3566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magnet PDF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capture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&amp; Content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low-volume, high-intent long-tail keywords that luxury portals ignore.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527048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636776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490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 Guides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1783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PVPUSD deep-dives, feeder patterns, private school comparisons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395728"/>
            <a:ext cx="502920" cy="502920"/>
          </a:xfrm>
          <a:prstGeom prst="ellipse">
            <a:avLst/>
          </a:prstGeom>
          <a:solidFill>
            <a:srgbClr val="2222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505456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359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Relocation Content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2651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Austin to PV," employer-targeted articles, moving checklists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15468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05840" y="3264408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374136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2278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Neighborhood Profiles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3520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RPV, RHE, PVE, Rolling Hills — local lifestyle + market data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5840" y="4133088"/>
            <a:ext cx="502920" cy="502920"/>
          </a:xfrm>
          <a:prstGeom prst="ellipse">
            <a:avLst/>
          </a:prstGeom>
          <a:solidFill>
            <a:srgbClr val="3333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242816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096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Intelligence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91640" y="4389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reports, price trends, inventory analysis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3152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Keywords (samples)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31520" y="45720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schools in Palos Verdes" · "relocating to South Bay" · "PV homes near Lunada Bay" · "Palos Verdes vs Manhattan Beach"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Stealth Relocation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intelligence system to find families before they start looking for agents.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Persona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Relocating Mom"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32–48, spouse of tech/aerospace exec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 schools before homes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safety, community, academic excellence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 cities: Austin, Denver, Bay Area, Seattle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657600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417320"/>
            <a:ext cx="411480" cy="411480"/>
          </a:xfrm>
          <a:prstGeom prst="ellipse">
            <a:avLst/>
          </a:prstGeom>
          <a:solidFill>
            <a:srgbClr val="E0E0E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99616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94960" y="1389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94960" y="16093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employer moves, school searches, neighborhood queries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965960"/>
            <a:ext cx="3657600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4" name="Shape 11"/>
          <p:cNvSpPr/>
          <p:nvPr/>
        </p:nvSpPr>
        <p:spPr>
          <a:xfrm>
            <a:off x="4846320" y="2011680"/>
            <a:ext cx="411480" cy="411480"/>
          </a:xfrm>
          <a:prstGeom prst="ellipse">
            <a:avLst/>
          </a:prstGeom>
          <a:solidFill>
            <a:srgbClr val="E0E0E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93976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984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394960" y="22037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ATTOM data + SmartZip predictive scoring + Compass Likely to Sell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54880" y="2560320"/>
            <a:ext cx="3657600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9" name="Shape 15"/>
          <p:cNvSpPr/>
          <p:nvPr/>
        </p:nvSpPr>
        <p:spPr>
          <a:xfrm>
            <a:off x="4846320" y="2606040"/>
            <a:ext cx="411480" cy="411480"/>
          </a:xfrm>
          <a:prstGeom prst="ellipse">
            <a:avLst/>
          </a:prstGeom>
          <a:solidFill>
            <a:srgbClr val="E0E0E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688336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94960" y="2578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394960" y="27980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guides, relocation PDFs, neighborhood quizzes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54880" y="3154680"/>
            <a:ext cx="3657600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4" name="Shape 19"/>
          <p:cNvSpPr/>
          <p:nvPr/>
        </p:nvSpPr>
        <p:spPr>
          <a:xfrm>
            <a:off x="4846320" y="3200400"/>
            <a:ext cx="411480" cy="411480"/>
          </a:xfrm>
          <a:prstGeom prst="ellipse">
            <a:avLst/>
          </a:prstGeom>
          <a:solidFill>
            <a:srgbClr val="E0E0E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82696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3172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394960" y="33924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nurture → personal outreach at the right moment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31520" y="3977640"/>
            <a:ext cx="7680960" cy="86868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9" name="Text 23"/>
          <p:cNvSpPr/>
          <p:nvPr/>
        </p:nvSpPr>
        <p:spPr>
          <a:xfrm>
            <a:off x="91440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Stack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ATTOM Data API  ·  SmartZip  ·  Compass Likely to Sell  ·  MLS  ·  School Performance Data  ·  Employer Intelligence  ·  Claude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&amp; CRM Playbook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tools + automation = predictable deal flow.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89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727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social, ads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80160" y="1874520"/>
            <a:ext cx="6583680" cy="41148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92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20756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magnets, forms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2377440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2395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578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sequences, CRM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2880360"/>
            <a:ext cx="4389120" cy="4114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2898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081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Consultations, showings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0" y="3383280"/>
            <a:ext cx="329184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3401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Loop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3584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client sphere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Math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297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leads/week → 4–8 qualified/mo → $1M+ GCI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9776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Toolkit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4297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Likely to Sell · Collections · Marketing Center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12-Week Content Calendar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514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1–4: Foundation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guide (pillar page)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profiles (RPV, RHE, PVE)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Guide PDF lead magnet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blog posts/week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20440" y="1051560"/>
            <a:ext cx="2514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5–8: Expansion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55448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 city articles (Austin, Denver)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Employer-targeted content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 (3/week)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nurture sequences live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051560"/>
            <a:ext cx="2514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9–12: Optimization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55448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reports &amp; data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content (community tours)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optimization pass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 &amp; adjust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480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Cadence:  Instagram 3–5x/week  ·  Facebook 2–3x/week  ·  LinkedIn 1x/week  ·  Monthly email newsletter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&amp; Team Structure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 Presence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$500–2,500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current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Hosting (OwnPV)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$0–20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likely sufficient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ATTOM Data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intelligence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SmartZip / Predictive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$300–500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targeting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/ SEO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$1,500–3,000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Writer + social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$2,400–6,100/mo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474720"/>
            <a:ext cx="7680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3566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Team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38862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Angelique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Relationships, showings, closings — the high-value work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(Digital Strategist)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SEO, website, content strategy, CRM automation, AI systems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+ Social (hire or contract)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Blog writing, Instagram Reels, email campaigns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2710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OwnPalosVerdes.com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47218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is built — just needs your Vercel authentication to go live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680960" cy="4572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8196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AngeliqueLyle.com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02082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copy, photos, and bio on Luxury Presence dashboard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368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Compass CRM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56946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existing contacts, set up Likely to Sell alerts, build Collections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29169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Content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1181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guide goes live Week 1 — blog posts start flowing Week 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429000"/>
            <a:ext cx="7680960" cy="4572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34655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Redirect AcardoRealEstate.com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66674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OwnPalosVerdes.com — consolidate your SEO authority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Angelique Lyle  ·  Accardo Real Estate Associates  ·  Compass  ·  CA DRE# 01475592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angelique.lyle@compass.com  ·  @angeliquelylehomes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Angelique Lyle — Digital Relaunch Strategy</dc:title>
  <dc:subject>PptxGenJS Presentation</dc:subject>
  <dc:creator>Alejandro · Built with Claude</dc:creator>
  <cp:lastModifiedBy>Alejandro · Built with Claude</cp:lastModifiedBy>
  <cp:revision>1</cp:revision>
  <dcterms:created xsi:type="dcterms:W3CDTF">2026-04-06T04:29:49Z</dcterms:created>
  <dcterms:modified xsi:type="dcterms:W3CDTF">2026-04-06T04:29:49Z</dcterms:modified>
</cp:coreProperties>
</file>