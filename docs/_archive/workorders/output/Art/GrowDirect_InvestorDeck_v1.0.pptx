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spc="8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GROWDIRECT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receipts. Property rights for everyone.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743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346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Canary LP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AI-powered loss prevention for Square merchants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elJeffe Protocol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Universal webhook notarization on Bitcoin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years of mutable records. Zero tools for 4.5M merchants.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$112B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U.S. retail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 (NRF 2024)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4.5M+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Square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accounts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3716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tools in Square's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17,000+ App Marketplace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62D"/>
                </a:solidFill>
              </a:rPr>
              <a:t>Every retail data system built in the last 40 years has the same flaw: </a:t>
            </a:r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the record is mutable.</a:t>
            </a:r>
            <a:pPr indent="0" marL="0">
              <a:buNone/>
            </a:pPr>
            <a:r>
              <a:rPr lang="en-US" sz="1300" dirty="0">
                <a:solidFill>
                  <a:srgbClr val="21262D"/>
                </a:solidFill>
              </a:rPr>
              <a:t> Someone controls the server. Someone can change the log. The data is only as trustworthy as the institution that holds it.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merchants have Square. Square does not tell them they are being stolen from.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LP is the beachhead. elJeffe is the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73152" cy="31089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Canary LP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0116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Loss prevention for Square merchants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62D"/>
                </a:solidFill>
              </a:rPr>
              <a:t>26 detection rules across 8 categories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62D"/>
                </a:solidFill>
              </a:rPr>
              <a:t>Real-time Chirp alerts to merchant's phone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62D"/>
                </a:solidFill>
              </a:rPr>
              <a:t>Connect Square account via OAuth 2.0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62D"/>
                </a:solidFill>
              </a:rPr>
              <a:t>HMAC-signed webhooks, cryptographic seal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62D"/>
                </a:solidFill>
              </a:rPr>
              <a:t>From $29/month — break-even at 17 merchants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280160"/>
            <a:ext cx="73152" cy="310896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elJeffe Protocol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20640" y="20116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Universal webhook notarization on Bitcoin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62D"/>
                </a:solidFill>
              </a:rPr>
              <a:t>SHA-256 hash at moment of receipt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62D"/>
                </a:solidFill>
              </a:rPr>
              <a:t>Merkle tree batching, Bitcoin inscription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62D"/>
                </a:solidFill>
              </a:rPr>
              <a:t>L402 micropayment validation gate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62D"/>
                </a:solidFill>
              </a:rPr>
              <a:t>Permanent, immutable, proof-of-work secured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62D"/>
                </a:solidFill>
              </a:rPr>
              <a:t>The gLog: the tLog replacement, 40 years overdue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HYBRID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is the vault. Avalanche is the lobby.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2743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BITCOIN L1 — THE VAULT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9659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Permanence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Inscriptions live forever on-chain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Security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Proof-of-work since January 3, 2009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Property Rights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Satoshi custody = ownership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Settlement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Merkle root anchors every batch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840480" cy="2743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280160"/>
            <a:ext cx="3840480" cy="54864"/>
          </a:xfrm>
          <a:prstGeom prst="rect">
            <a:avLst/>
          </a:prstGeom>
          <a:solidFill>
            <a:srgbClr val="E8414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087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41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AVALANCHE L2 — THE LOBBY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120640" y="19659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Speed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Sub-second merchant receipts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Economics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$0.001 per transaction, forever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Identity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.jeffe namespace (DNS for receipts)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Scale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4,500+ TPS private subnet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1480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chain works alone. The vault stores the deed. The lobby lets you walk in, ask for it by name, and get it in under a second.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8" name="Text 14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STRATEGIC HIERARCHY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justifies the next. The sidechain is survival, not speculation.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73152" cy="59436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325880"/>
            <a:ext cx="411480" cy="41148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 WINDOW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536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2344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fees rising. 12-24 month window. Sidechain is the economic hedge.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7830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1947672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1947672"/>
            <a:ext cx="73152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203911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SIDECHAIN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22494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194767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handles speed. Bitcoin handles permanence. Neither works alone.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4963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2660904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2660904"/>
            <a:ext cx="73152" cy="594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2752344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2752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27066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HEARTBEAT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29626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266090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Fee-aware minting. 30-60% savings. Genesis Pool: 13 years to 20+.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2095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▼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3374136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374136"/>
            <a:ext cx="73152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3465576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NAMESPACE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71600" y="3675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0" y="337413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.jeffe DNS for receipts. Walmart pays for walmart.jeffe.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392277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▼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" y="4087368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" y="4087368"/>
            <a:ext cx="73152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" y="4178808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71600" y="4133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SYMBIOSIS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37160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00400" y="40873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Scale-invariant. Coffee shop to Walmart. Same protocol. Same code.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SCALE-INVARIANT PROTOCOL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protocol. Same code. Different parameters. That's what a standard looks like.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73152" cy="6858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80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Coffee Shop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0" y="12801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50/day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80560" y="12801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$15/mo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52160" y="12801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offset-coffee.jeffe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1031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103120"/>
            <a:ext cx="73152" cy="6858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103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 Casual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108960" y="2103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500/day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480560" y="2103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$50/mo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852160" y="2103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fast-casual.jeffe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29260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292608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632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2926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Regional Grocer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108960" y="29260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5,000/day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480560" y="29260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$150/mo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852160" y="2926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regional-grocer.jeffe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37490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3749040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71600" y="37490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3108960" y="3749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1M/day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480560" y="3749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$3,000/mo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852160" y="3749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walmart.jeffe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371600" y="1051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3108960" y="1051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4480560" y="1051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5852160" y="1051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.JEFFE NAME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8" name="Text 32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STATUS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code, not architecture diagrams.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19659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Square webhooks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(all 200 OK)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28016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280160"/>
            <a:ext cx="1965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3,247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committed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8016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16/16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9204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API families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in sandbox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28016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280160"/>
            <a:ext cx="196596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41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Patent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E841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Filed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#63/991,596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Feb 26,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80467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200400"/>
            <a:ext cx="73152" cy="1280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SPRINT 6 TARGET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production heartbeat: a real Square merchant event sealed, inscribed, and receipted on Bitcoin.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62D"/>
                </a:solidFill>
              </a:rPr>
              <a:t>OAuth 2.0 self-authorization flow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62D"/>
                </a:solidFill>
              </a:rPr>
              <a:t>Webhook signature verification via Square SDK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62D"/>
                </a:solidFill>
              </a:rPr>
              <a:t>Inscription bridge to OrdinalsBot API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layers. Each one compounds the last.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Genesis Pool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1887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Ordinals from founding Bitcoin. First-mover on the time chain. Inscription range is territory.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47088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847088"/>
            <a:ext cx="73152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470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Fee-Market Intelligence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184708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monitors mempool. 30-60% savings. Competitors pay full price every time.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05456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505456"/>
            <a:ext cx="73152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5054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.jeffe Namespace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50545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First-to-register wins. DNS for receipts. Cannot build a second .jeffe.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63824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163824"/>
            <a:ext cx="73152" cy="54864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163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41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Stacked Inscriptions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16382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Infinite-loop property records on a single satoshi. Patent pending.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822192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822192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8221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Standard Adoption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17520" y="382219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auditors require .jeffe, enterprise comes to us. The standard IS the moat.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satoshi costs $0.001. That's the price of permanent property rights on the most secure network ever created.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ENDGAME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is paying for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walmart.jeffe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rights for everyone, anyone, anywhere.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Geoffrey C. Lyle, Founder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hello@growdirect.io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—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GrowDirect — Investor Summary</dc:title>
  <dc:subject>PptxGenJS Presentation</dc:subject>
  <dc:creator>GrowDirect</dc:creator>
  <cp:lastModifiedBy>GrowDirect</cp:lastModifiedBy>
  <cp:revision>1</cp:revision>
  <dcterms:created xsi:type="dcterms:W3CDTF">2026-03-01T07:04:50Z</dcterms:created>
  <dcterms:modified xsi:type="dcterms:W3CDTF">2026-03-01T07:04:50Z</dcterms:modified>
</cp:coreProperties>
</file>