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spc="800" kern="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GROWDIRECT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Event Notarization on Bitcoin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48056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 ·  Application 63/991,596  ·  Filed February 26,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3657600" cy="3474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280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Billions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events per day are stored in mutable databases that can be altered, deleted, or lost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3291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proof it happened.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proof it wasn’t changed.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914400"/>
            <a:ext cx="3474720" cy="9144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760720" y="1005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Polling Gaps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6072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lost between intervals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2011680"/>
            <a:ext cx="3474720" cy="9144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206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76072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Mutable Records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60720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Admins can alter history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3108960"/>
            <a:ext cx="3474720" cy="9144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🏦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76072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Required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60720" y="3566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Intermediary controls proof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every event.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 it immediately.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Inscribe it on Bitcoin.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2468880" cy="20116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743200"/>
            <a:ext cx="24688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2926080"/>
            <a:ext cx="640080" cy="640080"/>
          </a:xfrm>
          <a:prstGeom prst="ellipse">
            <a:avLst/>
          </a:prstGeom>
          <a:solidFill>
            <a:srgbClr val="10B981">
              <a:alpha val="15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Webhooks, not polling.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temporal gaps.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2743200"/>
            <a:ext cx="2468880" cy="20116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66160" y="2743200"/>
            <a:ext cx="24688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389120" y="2926080"/>
            <a:ext cx="640080" cy="640080"/>
          </a:xfrm>
          <a:prstGeom prst="ellipse">
            <a:avLst/>
          </a:prstGeom>
          <a:solidFill>
            <a:srgbClr val="3B82F6">
              <a:alpha val="15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49040" y="3703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49040" y="40233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Write-once evidence.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altered.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2743200"/>
            <a:ext cx="2468880" cy="20116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2743200"/>
            <a:ext cx="24688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7223760" y="2926080"/>
            <a:ext cx="640080" cy="640080"/>
          </a:xfrm>
          <a:prstGeom prst="ellipse">
            <a:avLst/>
          </a:prstGeom>
          <a:solidFill>
            <a:srgbClr val="F59E0B">
              <a:alpha val="15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83680" y="3703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40233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Ordinal.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Forever verifiable.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Six-Node Pipeline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1005840"/>
            <a:ext cx="2743200" cy="640080"/>
          </a:xfrm>
          <a:prstGeom prst="ellipse">
            <a:avLst/>
          </a:prstGeom>
          <a:solidFill>
            <a:srgbClr val="3B82F6">
              <a:alpha val="1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1051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645920"/>
            <a:ext cx="0" cy="320040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2011680"/>
            <a:ext cx="3291840" cy="594360"/>
          </a:xfrm>
          <a:prstGeom prst="rect">
            <a:avLst/>
          </a:prstGeom>
          <a:solidFill>
            <a:srgbClr val="1C2333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20116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2606040"/>
            <a:ext cx="0" cy="274320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0" y="2880360"/>
            <a:ext cx="1463040" cy="594360"/>
          </a:xfrm>
          <a:prstGeom prst="rect">
            <a:avLst/>
          </a:prstGeom>
          <a:solidFill>
            <a:srgbClr val="F59E0B">
              <a:alpha val="1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8803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23360" y="3474720"/>
            <a:ext cx="-2011680" cy="50292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3474720"/>
            <a:ext cx="0" cy="50292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3474720"/>
            <a:ext cx="2011680" cy="50292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840480"/>
            <a:ext cx="2377440" cy="1051560"/>
          </a:xfrm>
          <a:prstGeom prst="rect">
            <a:avLst/>
          </a:prstGeom>
          <a:solidFill>
            <a:srgbClr val="1C2333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8404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&amp; SEAL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Write-once  ·  T+0ms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83280" y="3840480"/>
            <a:ext cx="2377440" cy="1051560"/>
          </a:xfrm>
          <a:prstGeom prst="rect">
            <a:avLst/>
          </a:prstGeom>
          <a:solidFill>
            <a:srgbClr val="1C2333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38404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&amp; ROUTE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Queryable  ·  T+15ms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35040" y="3840480"/>
            <a:ext cx="2377440" cy="1051560"/>
          </a:xfrm>
          <a:prstGeom prst="rect">
            <a:avLst/>
          </a:prstGeom>
          <a:solidFill>
            <a:srgbClr val="1C2333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38404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MERKLE &amp; ORDINAL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 ·  T+~10min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INNOVATION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Subscribers. One Queue.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Independent Truths.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3657600" cy="27432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11680"/>
            <a:ext cx="36576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65176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</a:rPr>
              <a:t>Single database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0ADB8"/>
                </a:solidFill>
              </a:rPr>
              <a:t>Evidence mixed with application data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0ADB8"/>
                </a:solidFill>
              </a:rPr>
              <a:t>Admins can alter records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0ADB8"/>
                </a:solidFill>
              </a:rPr>
              <a:t>No external proof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0ADB8"/>
                </a:solidFill>
              </a:rPr>
              <a:t>Polling misses events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2011680"/>
            <a:ext cx="3657600" cy="27432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2011680"/>
            <a:ext cx="36576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65176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</a:rPr>
              <a:t>Triple subscriber pattern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0ADB8"/>
                </a:solidFill>
              </a:rPr>
              <a:t>Evidence sealed in write-once store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0ADB8"/>
                </a:solidFill>
              </a:rPr>
              <a:t>Application data fully independent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0ADB8"/>
                </a:solidFill>
              </a:rPr>
              <a:t>Bitcoin anchor survives everything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0ADB8"/>
                </a:solidFill>
              </a:rPr>
              <a:t>Real-time — zero gaps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ANCHORING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200400" cy="3200400"/>
          </a:xfrm>
          <a:prstGeom prst="ellipse">
            <a:avLst/>
          </a:prstGeom>
          <a:solidFill>
            <a:srgbClr val="F59E0B">
              <a:alpha val="8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PROOF-OF-WORK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CHAIN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1005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126480" y="1005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 continuous uptime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965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126480" y="1965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 of downtime since 2009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926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26480" y="2926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Permanence of inscribed records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3886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26480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required for verification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sat spent is a permanent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revenue-generating asset.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2103120"/>
            <a:ext cx="1828800" cy="1097280"/>
          </a:xfrm>
          <a:prstGeom prst="rect">
            <a:avLst/>
          </a:prstGeom>
          <a:solidFill>
            <a:srgbClr val="1C2333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received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94560" y="2651760"/>
            <a:ext cx="365760" cy="0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2103120"/>
            <a:ext cx="1828800" cy="1097280"/>
          </a:xfrm>
          <a:prstGeom prst="rect">
            <a:avLst/>
          </a:prstGeom>
          <a:solidFill>
            <a:srgbClr val="1C2333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1460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+ evidence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43400" y="2651760"/>
            <a:ext cx="365760" cy="0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103120"/>
            <a:ext cx="1828800" cy="1097280"/>
          </a:xfrm>
          <a:prstGeom prst="rect">
            <a:avLst/>
          </a:prstGeom>
          <a:solidFill>
            <a:srgbClr val="1C2333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INSCRIBE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Ordinal on BTC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92240" y="2651760"/>
            <a:ext cx="365760" cy="0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2103120"/>
            <a:ext cx="1828800" cy="1097280"/>
          </a:xfrm>
          <a:prstGeom prst="rect">
            <a:avLst/>
          </a:prstGeom>
          <a:solidFill>
            <a:srgbClr val="1C2333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1228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L402 sat-gated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474720"/>
            <a:ext cx="7680960" cy="12801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97280" y="356616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L402 Validation API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event ever notarized generates revenue each time anyone needs to prove it happened. Payment in sats via Lightning. Perpetual. No intermediary.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walls. No shortcuts.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657600" cy="146304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54480"/>
            <a:ext cx="54864" cy="1463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Custody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2860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control every inscription key. No one else can write to our pool.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3657600" cy="146304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554480"/>
            <a:ext cx="54864" cy="1463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66928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Accumulation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22860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positions can’t be replicated retroactively. First mover wins forever.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154680"/>
            <a:ext cx="3657600" cy="146304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154680"/>
            <a:ext cx="54864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45920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Effects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8862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events = more inscriptions = more validation revenue = more data = deeper moat.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154680"/>
            <a:ext cx="3657600" cy="146304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154680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🏛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669280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Moat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0" y="38862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Compliance-grade evidence creates switching costs. Once embedded, we’re infrastructure.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3657600" cy="38404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914400"/>
            <a:ext cx="3657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0" y="11887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📜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09728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63/991,596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2926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Filed Feb 26,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383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claims · 6 embodiments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· Healthcare · Supply Chain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· Insurance · Government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3657600" cy="38404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14400"/>
            <a:ext cx="36576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11887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512064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POOL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20640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10,000,000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120640" y="2971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Ordinals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20640" y="3383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Minted from founder’s personal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 BTC F2Pool mining reward.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Proof-of-work earned by the founder.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as permanent assets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time chain.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920240" cy="12801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536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914400"/>
            <a:ext cx="1920240" cy="12801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960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51760" y="1645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914400"/>
            <a:ext cx="1920240" cy="12801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960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46320" y="1645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Immutability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verified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0" y="914400"/>
            <a:ext cx="1920240" cy="12801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0" y="960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040880" y="1645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filed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542032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2468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chain immutability — working on real PostgreSQL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044952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2971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Write-once evidence store — append-only, sealed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547872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3474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subscriber pattern — independent persistence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050792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3977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Bilateral verification — byte-for-byte proof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542032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2468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B demo stack — complete and verified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044952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2971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filed — 63/991,596 priority date locked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547872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0" y="3474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strategic deliverables shipped in one session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4050792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0" y="3977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domains secured for the platform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Canary LP is the beachhead.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is universal.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05840" y="2011680"/>
            <a:ext cx="1005840" cy="1005840"/>
          </a:xfrm>
          <a:prstGeom prst="ellipse">
            <a:avLst/>
          </a:prstGeom>
          <a:solidFill>
            <a:srgbClr val="10B981">
              <a:alpha val="12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11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🛒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31920" y="2011680"/>
            <a:ext cx="1005840" cy="1005840"/>
          </a:xfrm>
          <a:prstGeom prst="ellipse">
            <a:avLst/>
          </a:prstGeom>
          <a:solidFill>
            <a:srgbClr val="3B82F6">
              <a:alpha val="12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2011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66160" y="3017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0" y="2011680"/>
            <a:ext cx="1005840" cy="1005840"/>
          </a:xfrm>
          <a:prstGeom prst="ellipse">
            <a:avLst/>
          </a:prstGeom>
          <a:solidFill>
            <a:srgbClr val="8B5CF6">
              <a:alpha val="12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2011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🚚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017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5840" y="3566160"/>
            <a:ext cx="1005840" cy="1005840"/>
          </a:xfrm>
          <a:prstGeom prst="ellipse">
            <a:avLst/>
          </a:prstGeom>
          <a:solidFill>
            <a:srgbClr val="F59E0B">
              <a:alpha val="12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566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" y="4572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931920" y="3566160"/>
            <a:ext cx="1005840" cy="1005840"/>
          </a:xfrm>
          <a:prstGeom prst="ellipse">
            <a:avLst/>
          </a:prstGeom>
          <a:solidFill>
            <a:srgbClr val="EF4444">
              <a:alpha val="12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3566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566160" y="4572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0" y="3566160"/>
            <a:ext cx="1005840" cy="1005840"/>
          </a:xfrm>
          <a:prstGeom prst="ellipse">
            <a:avLst/>
          </a:prstGeom>
          <a:solidFill>
            <a:srgbClr val="06B6D4">
              <a:alpha val="12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3566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492240" y="4572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 don’t want to add to the stress.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i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want to ease it.”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0" y="2834640"/>
            <a:ext cx="18288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600" kern="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GROWDIRECT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 ·  63/991,596  ·  February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57200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6177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GrowDirect — The Thesis</dc:title>
  <dc:subject>PptxGenJS Presentation</dc:subject>
  <dc:creator>GrowDirect</dc:creator>
  <cp:lastModifiedBy>GrowDirect</cp:lastModifiedBy>
  <cp:revision>1</cp:revision>
  <dcterms:created xsi:type="dcterms:W3CDTF">2026-02-26T20:38:37Z</dcterms:created>
  <dcterms:modified xsi:type="dcterms:W3CDTF">2026-02-26T20:38:37Z</dcterms:modified>
</cp:coreProperties>
</file>