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9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10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kern="0" spc="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GROWDIRECT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Event Notarization on Bitcoin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 ·  Application 63/991,596  ·  Filed February 26,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0" cy="34747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events per day are stored in mutable databases that can be altered, deleted, or lost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proof it happened.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proof it wasn’t changed.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474720" cy="914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0720" y="1005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 Gaps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lost between intervals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2011680"/>
            <a:ext cx="3474720" cy="914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7607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Mutable Records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can alter history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3108960"/>
            <a:ext cx="3474720" cy="914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7607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Required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 controls proof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every event.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it immediately.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Inscribe it on Bitcoin.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468880" cy="20116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54480" y="292608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Webhooks, not polling.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temporal gaps.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2743200"/>
            <a:ext cx="2468880" cy="20116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66160" y="2743200"/>
            <a:ext cx="246888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2926080"/>
            <a:ext cx="640080" cy="640080"/>
          </a:xfrm>
          <a:prstGeom prst="ellipse">
            <a:avLst/>
          </a:prstGeom>
          <a:solidFill>
            <a:srgbClr val="3B82F6">
              <a:alpha val="15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4904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Write-once evidence.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altered.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2468880" cy="20116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0" y="274320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3760" y="292608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37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Ordinal.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 verifiable.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Six-Node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640080"/>
          </a:xfrm>
          <a:prstGeom prst="ellipse">
            <a:avLst/>
          </a:prstGeom>
          <a:solidFill>
            <a:srgbClr val="3B82F6">
              <a:alpha val="1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0" cy="32004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0" y="2011680"/>
            <a:ext cx="3291840" cy="594360"/>
          </a:xfrm>
          <a:prstGeom prst="rect">
            <a:avLst/>
          </a:prstGeom>
          <a:solidFill>
            <a:srgbClr val="1C2333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0" y="2011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606040"/>
            <a:ext cx="0" cy="27432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0" y="2880360"/>
            <a:ext cx="1463040" cy="594360"/>
          </a:xfrm>
          <a:prstGeom prst="rect">
            <a:avLst/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0" y="2880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3474720"/>
            <a:ext cx="0" cy="50292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3474720"/>
            <a:ext cx="0" cy="5029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20640" y="3474720"/>
            <a:ext cx="2011680" cy="50292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2377440" cy="1051560"/>
          </a:xfrm>
          <a:prstGeom prst="rect">
            <a:avLst/>
          </a:prstGeom>
          <a:solidFill>
            <a:srgbClr val="1C2333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&amp; SEAL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Write-once  ·  T+0ms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3840480"/>
            <a:ext cx="2377440" cy="1051560"/>
          </a:xfrm>
          <a:prstGeom prst="rect">
            <a:avLst/>
          </a:prstGeom>
          <a:solidFill>
            <a:srgbClr val="1C2333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3840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ROUTE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Queryable  ·  T+15ms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3840480"/>
            <a:ext cx="2377440" cy="1051560"/>
          </a:xfrm>
          <a:prstGeom prst="rect">
            <a:avLst/>
          </a:prstGeom>
          <a:solidFill>
            <a:srgbClr val="1C2333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3840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 &amp; ORDINAL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 ·  T+~10min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INNOVATION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Subscribers. One Queue.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Truths.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657600" cy="27432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</a:rPr>
              <a:t>Single database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</a:rPr>
              <a:t>Evidence mixed with application data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</a:rPr>
              <a:t>Admins can alter records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</a:rPr>
              <a:t>No external proof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</a:rPr>
              <a:t>Polling misses events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657600" cy="27432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</a:rPr>
              <a:t>Triple subscriber pattern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</a:rPr>
              <a:t>Evidence sealed in write-once store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</a:rPr>
              <a:t>Application data fully independent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</a:rPr>
              <a:t>Bitcoin anchor survives everything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</a:rPr>
              <a:t>Real-time — zero gaps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ANCHORING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200400" cy="3200400"/>
          </a:xfrm>
          <a:prstGeom prst="ellipse">
            <a:avLst/>
          </a:prstGeom>
          <a:solidFill>
            <a:srgbClr val="F59E0B">
              <a:alpha val="8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CHAIN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126480" y="1005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continuous uptime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1264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of downtime since 2009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Permanence of inscribed records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886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required for verification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sat spent is a permanent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revenue-generating asset.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1828800" cy="1097280"/>
          </a:xfrm>
          <a:prstGeom prst="rect">
            <a:avLst/>
          </a:prstGeom>
          <a:solidFill>
            <a:srgbClr val="1C2333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received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2651760"/>
            <a:ext cx="3657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14600" y="2103120"/>
            <a:ext cx="1828800" cy="1097280"/>
          </a:xfrm>
          <a:prstGeom prst="rect">
            <a:avLst/>
          </a:prstGeom>
          <a:solidFill>
            <a:srgbClr val="1C2333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+ evidence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2651760"/>
            <a:ext cx="3657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1828800" cy="1097280"/>
          </a:xfrm>
          <a:prstGeom prst="rect">
            <a:avLst/>
          </a:prstGeom>
          <a:solidFill>
            <a:srgbClr val="1C2333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INSCRIBE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on BTC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2651760"/>
            <a:ext cx="3657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12280" y="2103120"/>
            <a:ext cx="1828800" cy="1097280"/>
          </a:xfrm>
          <a:prstGeom prst="rect">
            <a:avLst/>
          </a:prstGeom>
          <a:solidFill>
            <a:srgbClr val="1C2333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L402 sat-gated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35661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L402 Validation API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ever notarized generates revenue each time anyone needs to prove it happened. Payment in sats via Lightning. Perpetual. No intermediary.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walls. No shortcuts.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657600" cy="14630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Custody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control every inscription key. No one else can write to our pool.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657600" cy="14630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6928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Accumulation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positions can’t be replicated retroactively. First mover wins forever.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154680"/>
            <a:ext cx="3657600" cy="14630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4592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Effects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886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events = more inscriptions = more validation revenue = more data = deeper moat.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3657600" cy="14630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🏛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6928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Moat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3886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Compliance-grade evidence creates switching costs. Once embedded, we’re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0" cy="38404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0" y="1188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📜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63/991,596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Filed Feb 26,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claims · 6 embodiments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· Healthcare · Supply Chain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· Insurance · Government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657600" cy="38404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188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12064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POOL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10,000,000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12064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Ordinals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3383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Minted from founder’s personal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 BTC F2Pool mining reward.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Proof-of-work earned by the founder.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as permanent assets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time chain.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128016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914400"/>
            <a:ext cx="1920240" cy="128016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1920240" cy="128016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verified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914400"/>
            <a:ext cx="1920240" cy="128016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filed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4203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chain immutability — working on real PostgreSQL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04495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9728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Write-once evidence store — append-only, sealed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54787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subscriber pattern — independent persistence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05079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97280" y="3977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Bilateral verification — byte-for-byte proof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54203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20640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B demo stack — complete and verified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04495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filed — 63/991,596 priority date locked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54787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strategic deliverables shipped in one session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405079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0" y="3977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domains secured for the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LP is the beachhead.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is universal.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1005840" cy="1005840"/>
          </a:xfrm>
          <a:prstGeom prst="ellipse">
            <a:avLst/>
          </a:prstGeom>
          <a:solidFill>
            <a:srgbClr val="10B981">
              <a:alpha val="12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2011680"/>
            <a:ext cx="1005840" cy="1005840"/>
          </a:xfrm>
          <a:prstGeom prst="ellipse">
            <a:avLst/>
          </a:prstGeom>
          <a:solidFill>
            <a:srgbClr val="3B82F6">
              <a:alpha val="12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2011680"/>
            <a:ext cx="1005840" cy="1005840"/>
          </a:xfrm>
          <a:prstGeom prst="ellipse">
            <a:avLst/>
          </a:prstGeom>
          <a:solidFill>
            <a:srgbClr val="8B5CF6">
              <a:alpha val="12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🚚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3566160"/>
            <a:ext cx="1005840" cy="1005840"/>
          </a:xfrm>
          <a:prstGeom prst="ellipse">
            <a:avLst/>
          </a:prstGeom>
          <a:solidFill>
            <a:srgbClr val="F59E0B">
              <a:alpha val="12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3566160"/>
            <a:ext cx="1005840" cy="1005840"/>
          </a:xfrm>
          <a:prstGeom prst="ellipse">
            <a:avLst/>
          </a:prstGeom>
          <a:solidFill>
            <a:srgbClr val="EF4444">
              <a:alpha val="12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566160" y="4572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3566160"/>
            <a:ext cx="1005840" cy="1005840"/>
          </a:xfrm>
          <a:prstGeom prst="ellipse">
            <a:avLst/>
          </a:prstGeom>
          <a:solidFill>
            <a:srgbClr val="06B6D4">
              <a:alpha val="12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92240" y="4572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don’t want to add to the stress.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i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want to ease it.”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2834640"/>
            <a:ext cx="18288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GROWDIRECT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 ·  63/991,596  ·  February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545</Words>
  <Application>Microsoft Macintosh PowerPoint</Application>
  <PresentationFormat>On-screen Show (16:9)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GrowDirect — The Thesis</dc:title>
  <dc:subject>PptxGenJS Presentation</dc:subject>
  <dc:creator>GrowDirect</dc:creator>
  <cp:lastModifiedBy>Geoff Lyle</cp:lastModifiedBy>
  <cp:revision>2</cp:revision>
  <dcterms:created xsi:type="dcterms:W3CDTF">2026-02-26T20:38:37Z</dcterms:created>
  <dcterms:modified xsi:type="dcterms:W3CDTF">2026-02-27T00:36:00Z</dcterms:modified>
</cp:coreProperties>
</file>